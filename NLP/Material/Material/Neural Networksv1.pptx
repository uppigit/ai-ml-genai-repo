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7" r:id="rId2"/>
    <p:sldId id="259" r:id="rId3"/>
    <p:sldId id="260" r:id="rId4"/>
    <p:sldId id="261" r:id="rId5"/>
    <p:sldId id="278" r:id="rId6"/>
    <p:sldId id="279" r:id="rId7"/>
    <p:sldId id="289" r:id="rId8"/>
    <p:sldId id="290" r:id="rId9"/>
    <p:sldId id="282" r:id="rId10"/>
    <p:sldId id="280" r:id="rId11"/>
    <p:sldId id="291" r:id="rId12"/>
    <p:sldId id="281" r:id="rId13"/>
    <p:sldId id="283" r:id="rId14"/>
    <p:sldId id="284" r:id="rId15"/>
    <p:sldId id="285" r:id="rId16"/>
    <p:sldId id="286" r:id="rId17"/>
    <p:sldId id="287" r:id="rId18"/>
    <p:sldId id="288" r:id="rId19"/>
    <p:sldId id="293" r:id="rId20"/>
    <p:sldId id="264" r:id="rId21"/>
    <p:sldId id="262" r:id="rId22"/>
    <p:sldId id="277" r:id="rId23"/>
    <p:sldId id="295" r:id="rId24"/>
    <p:sldId id="268" r:id="rId25"/>
    <p:sldId id="276" r:id="rId26"/>
    <p:sldId id="273" r:id="rId27"/>
    <p:sldId id="294" r:id="rId28"/>
    <p:sldId id="296" r:id="rId29"/>
    <p:sldId id="297" r:id="rId30"/>
    <p:sldId id="298" r:id="rId31"/>
    <p:sldId id="299" r:id="rId32"/>
    <p:sldId id="314" r:id="rId33"/>
    <p:sldId id="302" r:id="rId34"/>
    <p:sldId id="303" r:id="rId35"/>
    <p:sldId id="308" r:id="rId36"/>
    <p:sldId id="307" r:id="rId37"/>
    <p:sldId id="309" r:id="rId38"/>
    <p:sldId id="310" r:id="rId39"/>
    <p:sldId id="311" r:id="rId40"/>
    <p:sldId id="312" r:id="rId41"/>
    <p:sldId id="313" r:id="rId42"/>
    <p:sldId id="27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80" d="100"/>
          <a:sy n="80" d="100"/>
        </p:scale>
        <p:origin x="156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1.wmf"/><Relationship Id="rId6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126a3b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126a3b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99200" y="1428700"/>
            <a:ext cx="7473600" cy="2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99200" y="4266233"/>
            <a:ext cx="7473600" cy="546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01261" y="362730"/>
            <a:ext cx="11029265" cy="6131132"/>
            <a:chOff x="375945" y="272047"/>
            <a:chExt cx="8271949" cy="4598349"/>
          </a:xfrm>
        </p:grpSpPr>
        <p:sp>
          <p:nvSpPr>
            <p:cNvPr id="12" name="Google Shape;12;p2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2700000">
              <a:off x="8460541" y="159023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652596" y="3507885"/>
            <a:ext cx="5717608" cy="4990620"/>
            <a:chOff x="4989447" y="2630913"/>
            <a:chExt cx="4288206" cy="3742965"/>
          </a:xfrm>
        </p:grpSpPr>
        <p:grpSp>
          <p:nvGrpSpPr>
            <p:cNvPr id="16" name="Google Shape;16;p2"/>
            <p:cNvGrpSpPr/>
            <p:nvPr/>
          </p:nvGrpSpPr>
          <p:grpSpPr>
            <a:xfrm rot="5400000">
              <a:off x="8562834" y="2630913"/>
              <a:ext cx="714820" cy="714820"/>
              <a:chOff x="771846" y="524889"/>
              <a:chExt cx="1566900" cy="1566900"/>
            </a:xfrm>
          </p:grpSpPr>
          <p:sp>
            <p:nvSpPr>
              <p:cNvPr id="17" name="Google Shape;17;p2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4989447" y="3937463"/>
              <a:ext cx="2436415" cy="2436415"/>
              <a:chOff x="1125364" y="878389"/>
              <a:chExt cx="859800" cy="859800"/>
            </a:xfrm>
          </p:grpSpPr>
          <p:sp>
            <p:nvSpPr>
              <p:cNvPr id="20" name="Google Shape;20;p2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38400" y="3610933"/>
            <a:ext cx="8715200" cy="7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600" b="0">
                <a:latin typeface="Prata"/>
                <a:ea typeface="Prata"/>
                <a:cs typeface="Prata"/>
                <a:sym typeface="Pr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5486400" y="1965256"/>
            <a:ext cx="1219200" cy="1219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7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738400" y="4615933"/>
            <a:ext cx="8715200" cy="548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-1313766" y="2096484"/>
            <a:ext cx="10069651" cy="5194568"/>
            <a:chOff x="-985324" y="1572363"/>
            <a:chExt cx="7552238" cy="3895926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-985324" y="1572363"/>
              <a:ext cx="1700426" cy="1700426"/>
              <a:chOff x="1125364" y="878389"/>
              <a:chExt cx="859800" cy="859800"/>
            </a:xfrm>
          </p:grpSpPr>
          <p:sp>
            <p:nvSpPr>
              <p:cNvPr id="28" name="Google Shape;28;p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30" name="Google Shape;30;p3"/>
            <p:cNvGrpSpPr/>
            <p:nvPr/>
          </p:nvGrpSpPr>
          <p:grpSpPr>
            <a:xfrm rot="-5400000">
              <a:off x="5707114" y="4608489"/>
              <a:ext cx="859800" cy="859800"/>
              <a:chOff x="1125364" y="878389"/>
              <a:chExt cx="859800" cy="859800"/>
            </a:xfrm>
          </p:grpSpPr>
          <p:sp>
            <p:nvSpPr>
              <p:cNvPr id="31" name="Google Shape;31;p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33" name="Google Shape;33;p3"/>
          <p:cNvGrpSpPr/>
          <p:nvPr/>
        </p:nvGrpSpPr>
        <p:grpSpPr>
          <a:xfrm>
            <a:off x="501260" y="362729"/>
            <a:ext cx="11193899" cy="294800"/>
            <a:chOff x="375945" y="272047"/>
            <a:chExt cx="8395424" cy="221100"/>
          </a:xfrm>
        </p:grpSpPr>
        <p:sp>
          <p:nvSpPr>
            <p:cNvPr id="34" name="Google Shape;34;p3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53467" y="1100067"/>
            <a:ext cx="4797600" cy="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1563067" y="2037400"/>
            <a:ext cx="4797600" cy="37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23545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marL="1219200" lvl="1" indent="-423545" rtl="0">
              <a:lnSpc>
                <a:spcPct val="115000"/>
              </a:lnSpc>
              <a:spcBef>
                <a:spcPts val="1335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 rot="2700000">
            <a:off x="542878" y="407457"/>
            <a:ext cx="211567" cy="20534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Font typeface="Arial" panose="020B0604020202020204"/>
              <a:buNone/>
            </a:pPr>
            <a:endParaRPr sz="2400" ker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4"/>
          <p:cNvSpPr/>
          <p:nvPr/>
        </p:nvSpPr>
        <p:spPr>
          <a:xfrm rot="2700000">
            <a:off x="544855" y="6245189"/>
            <a:ext cx="207607" cy="2053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Font typeface="Arial" panose="020B0604020202020204"/>
              <a:buNone/>
            </a:pPr>
            <a:endParaRPr sz="2400" ker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1" name="Google Shape;41;p4"/>
          <p:cNvGrpSpPr/>
          <p:nvPr/>
        </p:nvGrpSpPr>
        <p:grpSpPr>
          <a:xfrm rot="5400000">
            <a:off x="5049596" y="-47549"/>
            <a:ext cx="953093" cy="953093"/>
            <a:chOff x="771846" y="524889"/>
            <a:chExt cx="1566900" cy="1566900"/>
          </a:xfrm>
        </p:grpSpPr>
        <p:sp>
          <p:nvSpPr>
            <p:cNvPr id="42" name="Google Shape;42;p4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avLst/>
              <a:gdLst/>
              <a:ahLst/>
              <a:cxnLst/>
              <a:rect l="l" t="t" r="r" b="b"/>
              <a:pathLst>
                <a:path w="523" h="523" extrusionOk="0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71846" y="524889"/>
              <a:ext cx="1566900" cy="1566900"/>
            </a:xfrm>
            <a:prstGeom prst="arc">
              <a:avLst>
                <a:gd name="adj1" fmla="val 16200000"/>
                <a:gd name="adj2" fmla="val 533884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 panose="020B0604020202020204"/>
                <a:buNone/>
              </a:pPr>
              <a:endParaRPr sz="1865" kern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 rot="-5400000">
            <a:off x="11685619" y="4110219"/>
            <a:ext cx="1146400" cy="1146400"/>
            <a:chOff x="1125364" y="878389"/>
            <a:chExt cx="859800" cy="859800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avLst/>
              <a:gdLst/>
              <a:ahLst/>
              <a:cxnLst/>
              <a:rect l="l" t="t" r="r" b="b"/>
              <a:pathLst>
                <a:path w="523" h="523" extrusionOk="0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1125364" y="878389"/>
              <a:ext cx="859800" cy="859800"/>
            </a:xfrm>
            <a:prstGeom prst="arc">
              <a:avLst>
                <a:gd name="adj1" fmla="val 16200000"/>
                <a:gd name="adj2" fmla="val 533884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 panose="020B0604020202020204"/>
                <a:buNone/>
              </a:pPr>
              <a:endParaRPr sz="1865" kern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47" name="Google Shape;47;p4"/>
          <p:cNvSpPr>
            <a:spLocks noGrp="1"/>
          </p:cNvSpPr>
          <p:nvPr>
            <p:ph type="pic" idx="2"/>
          </p:nvPr>
        </p:nvSpPr>
        <p:spPr>
          <a:xfrm>
            <a:off x="6704133" y="1172300"/>
            <a:ext cx="4200800" cy="487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1905200" y="2587733"/>
            <a:ext cx="3136000" cy="47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1905200" y="4152567"/>
            <a:ext cx="3136000" cy="47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1905200" y="3063333"/>
            <a:ext cx="31360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1905200" y="4628167"/>
            <a:ext cx="3136000" cy="6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501260" y="362730"/>
            <a:ext cx="294800" cy="6131132"/>
            <a:chOff x="375945" y="272047"/>
            <a:chExt cx="221100" cy="4598349"/>
          </a:xfrm>
        </p:grpSpPr>
        <p:sp>
          <p:nvSpPr>
            <p:cNvPr id="55" name="Google Shape;55;p5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9756819" y="868317"/>
            <a:ext cx="2908453" cy="6618568"/>
            <a:chOff x="7317614" y="651238"/>
            <a:chExt cx="2181340" cy="4963926"/>
          </a:xfrm>
        </p:grpSpPr>
        <p:grpSp>
          <p:nvGrpSpPr>
            <p:cNvPr id="58" name="Google Shape;58;p5"/>
            <p:cNvGrpSpPr/>
            <p:nvPr/>
          </p:nvGrpSpPr>
          <p:grpSpPr>
            <a:xfrm rot="5400000">
              <a:off x="8784134" y="651238"/>
              <a:ext cx="714820" cy="714820"/>
              <a:chOff x="771846" y="524889"/>
              <a:chExt cx="1566900" cy="1566900"/>
            </a:xfrm>
          </p:grpSpPr>
          <p:sp>
            <p:nvSpPr>
              <p:cNvPr id="59" name="Google Shape;59;p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61" name="Google Shape;61;p5"/>
            <p:cNvGrpSpPr/>
            <p:nvPr/>
          </p:nvGrpSpPr>
          <p:grpSpPr>
            <a:xfrm rot="-5400000">
              <a:off x="7317614" y="4755364"/>
              <a:ext cx="859800" cy="859800"/>
              <a:chOff x="1125364" y="878389"/>
              <a:chExt cx="859800" cy="859800"/>
            </a:xfrm>
          </p:grpSpPr>
          <p:sp>
            <p:nvSpPr>
              <p:cNvPr id="62" name="Google Shape;62;p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/>
          <p:nvPr/>
        </p:nvSpPr>
        <p:spPr>
          <a:xfrm rot="2700000">
            <a:off x="544855" y="6245189"/>
            <a:ext cx="207607" cy="2053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Font typeface="Arial" panose="020B0604020202020204"/>
              <a:buNone/>
            </a:pPr>
            <a:endParaRPr sz="2400" ker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6"/>
          <p:cNvSpPr/>
          <p:nvPr/>
        </p:nvSpPr>
        <p:spPr>
          <a:xfrm rot="2700000">
            <a:off x="11443378" y="6245191"/>
            <a:ext cx="211567" cy="20534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Font typeface="Arial" panose="020B0604020202020204"/>
              <a:buNone/>
            </a:pPr>
            <a:endParaRPr sz="2400" ker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1221779" y="-85482"/>
            <a:ext cx="11433740" cy="3426001"/>
            <a:chOff x="916334" y="-64112"/>
            <a:chExt cx="8575305" cy="2569501"/>
          </a:xfrm>
        </p:grpSpPr>
        <p:grpSp>
          <p:nvGrpSpPr>
            <p:cNvPr id="69" name="Google Shape;69;p6"/>
            <p:cNvGrpSpPr/>
            <p:nvPr/>
          </p:nvGrpSpPr>
          <p:grpSpPr>
            <a:xfrm rot="5400000">
              <a:off x="916334" y="-64112"/>
              <a:ext cx="714820" cy="714820"/>
              <a:chOff x="771846" y="524889"/>
              <a:chExt cx="1566900" cy="1566900"/>
            </a:xfrm>
          </p:grpSpPr>
          <p:sp>
            <p:nvSpPr>
              <p:cNvPr id="70" name="Google Shape;70;p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72" name="Google Shape;72;p6"/>
            <p:cNvGrpSpPr/>
            <p:nvPr/>
          </p:nvGrpSpPr>
          <p:grpSpPr>
            <a:xfrm rot="-5400000">
              <a:off x="8631839" y="1645589"/>
              <a:ext cx="859800" cy="859800"/>
              <a:chOff x="1125364" y="878389"/>
              <a:chExt cx="859800" cy="859800"/>
            </a:xfrm>
          </p:grpSpPr>
          <p:sp>
            <p:nvSpPr>
              <p:cNvPr id="73" name="Google Shape;73;p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960000" y="1453033"/>
            <a:ext cx="10278400" cy="554400"/>
          </a:xfrm>
          <a:prstGeom prst="rect">
            <a:avLst/>
          </a:prstGeom>
        </p:spPr>
        <p:txBody>
          <a:bodyPr spcFirstLastPara="1" wrap="square" lIns="91425" tIns="91425" rIns="90675" bIns="91425" anchor="t" anchorCtr="0">
            <a:noAutofit/>
          </a:bodyPr>
          <a:lstStyle>
            <a:lvl1pPr marL="609600" lvl="0" indent="-4235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8" name="Google Shape;78;p7"/>
          <p:cNvGrpSpPr/>
          <p:nvPr/>
        </p:nvGrpSpPr>
        <p:grpSpPr>
          <a:xfrm>
            <a:off x="-554370" y="1253684"/>
            <a:ext cx="3207156" cy="6226901"/>
            <a:chOff x="-415778" y="940263"/>
            <a:chExt cx="2405367" cy="4670176"/>
          </a:xfrm>
        </p:grpSpPr>
        <p:grpSp>
          <p:nvGrpSpPr>
            <p:cNvPr id="79" name="Google Shape;79;p7"/>
            <p:cNvGrpSpPr/>
            <p:nvPr/>
          </p:nvGrpSpPr>
          <p:grpSpPr>
            <a:xfrm rot="5400000">
              <a:off x="-415778" y="940263"/>
              <a:ext cx="714820" cy="714820"/>
              <a:chOff x="771846" y="524889"/>
              <a:chExt cx="1566900" cy="1566900"/>
            </a:xfrm>
          </p:grpSpPr>
          <p:sp>
            <p:nvSpPr>
              <p:cNvPr id="80" name="Google Shape;80;p7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82" name="Google Shape;82;p7"/>
            <p:cNvGrpSpPr/>
            <p:nvPr/>
          </p:nvGrpSpPr>
          <p:grpSpPr>
            <a:xfrm rot="-5400000">
              <a:off x="1129789" y="4750639"/>
              <a:ext cx="859800" cy="859800"/>
              <a:chOff x="1125364" y="878389"/>
              <a:chExt cx="859800" cy="859800"/>
            </a:xfrm>
          </p:grpSpPr>
          <p:sp>
            <p:nvSpPr>
              <p:cNvPr id="83" name="Google Shape;83;p7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85" name="Google Shape;85;p7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86" name="Google Shape;86;p7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850800" y="2295400"/>
            <a:ext cx="8490400" cy="226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90" name="Google Shape;90;p8"/>
          <p:cNvGrpSpPr/>
          <p:nvPr/>
        </p:nvGrpSpPr>
        <p:grpSpPr>
          <a:xfrm>
            <a:off x="953468" y="582067"/>
            <a:ext cx="10107653" cy="7331735"/>
            <a:chOff x="715101" y="436550"/>
            <a:chExt cx="7580740" cy="5498801"/>
          </a:xfrm>
        </p:grpSpPr>
        <p:grpSp>
          <p:nvGrpSpPr>
            <p:cNvPr id="91" name="Google Shape;91;p8"/>
            <p:cNvGrpSpPr/>
            <p:nvPr/>
          </p:nvGrpSpPr>
          <p:grpSpPr>
            <a:xfrm>
              <a:off x="2358301" y="4234925"/>
              <a:ext cx="1700426" cy="1700426"/>
              <a:chOff x="1125364" y="878389"/>
              <a:chExt cx="859800" cy="859800"/>
            </a:xfrm>
          </p:grpSpPr>
          <p:sp>
            <p:nvSpPr>
              <p:cNvPr id="92" name="Google Shape;92;p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94" name="Google Shape;94;p8"/>
            <p:cNvGrpSpPr/>
            <p:nvPr/>
          </p:nvGrpSpPr>
          <p:grpSpPr>
            <a:xfrm rot="-5400000">
              <a:off x="715101" y="924614"/>
              <a:ext cx="859800" cy="859800"/>
              <a:chOff x="1125364" y="878389"/>
              <a:chExt cx="859800" cy="859800"/>
            </a:xfrm>
          </p:grpSpPr>
          <p:sp>
            <p:nvSpPr>
              <p:cNvPr id="95" name="Google Shape;95;p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97" name="Google Shape;97;p8"/>
            <p:cNvGrpSpPr/>
            <p:nvPr/>
          </p:nvGrpSpPr>
          <p:grpSpPr>
            <a:xfrm rot="5400000">
              <a:off x="7581022" y="436550"/>
              <a:ext cx="714820" cy="714820"/>
              <a:chOff x="771846" y="524889"/>
              <a:chExt cx="1566900" cy="1566900"/>
            </a:xfrm>
          </p:grpSpPr>
          <p:sp>
            <p:nvSpPr>
              <p:cNvPr id="98" name="Google Shape;98;p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100" name="Google Shape;100;p8"/>
          <p:cNvGrpSpPr/>
          <p:nvPr/>
        </p:nvGrpSpPr>
        <p:grpSpPr>
          <a:xfrm>
            <a:off x="502659" y="6200463"/>
            <a:ext cx="11193901" cy="294800"/>
            <a:chOff x="376994" y="4650347"/>
            <a:chExt cx="8395426" cy="221100"/>
          </a:xfrm>
        </p:grpSpPr>
        <p:sp>
          <p:nvSpPr>
            <p:cNvPr id="101" name="Google Shape;101;p8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1666320" y="2066696"/>
            <a:ext cx="48776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subTitle" idx="1"/>
          </p:nvPr>
        </p:nvSpPr>
        <p:spPr>
          <a:xfrm>
            <a:off x="1666480" y="3052104"/>
            <a:ext cx="4877600" cy="1739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9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107" name="Google Shape;107;p9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" name="Google Shape;108;p9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>
            <a:off x="953453" y="-433081"/>
            <a:ext cx="8987884" cy="8062351"/>
            <a:chOff x="715089" y="-324811"/>
            <a:chExt cx="6740913" cy="6046763"/>
          </a:xfrm>
        </p:grpSpPr>
        <p:grpSp>
          <p:nvGrpSpPr>
            <p:cNvPr id="110" name="Google Shape;110;p9"/>
            <p:cNvGrpSpPr/>
            <p:nvPr/>
          </p:nvGrpSpPr>
          <p:grpSpPr>
            <a:xfrm>
              <a:off x="5755576" y="4021525"/>
              <a:ext cx="1700426" cy="1700426"/>
              <a:chOff x="1125364" y="878389"/>
              <a:chExt cx="859800" cy="859800"/>
            </a:xfrm>
          </p:grpSpPr>
          <p:sp>
            <p:nvSpPr>
              <p:cNvPr id="111" name="Google Shape;111;p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" name="Google Shape;112;p9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13" name="Google Shape;113;p9"/>
            <p:cNvGrpSpPr/>
            <p:nvPr/>
          </p:nvGrpSpPr>
          <p:grpSpPr>
            <a:xfrm>
              <a:off x="715089" y="-324811"/>
              <a:ext cx="859800" cy="859800"/>
              <a:chOff x="1125364" y="878389"/>
              <a:chExt cx="859800" cy="859800"/>
            </a:xfrm>
          </p:grpSpPr>
          <p:sp>
            <p:nvSpPr>
              <p:cNvPr id="114" name="Google Shape;114;p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" name="Google Shape;115;p9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>
            <a:spLocks noGrp="1"/>
          </p:cNvSpPr>
          <p:nvPr>
            <p:ph type="pic" idx="2"/>
          </p:nvPr>
        </p:nvSpPr>
        <p:spPr>
          <a:xfrm>
            <a:off x="-14600" y="0"/>
            <a:ext cx="12221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title"/>
          </p:nvPr>
        </p:nvSpPr>
        <p:spPr>
          <a:xfrm>
            <a:off x="960000" y="5381067"/>
            <a:ext cx="10272000" cy="76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586467"/>
            <a:ext cx="8768000" cy="16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1712000" y="4239800"/>
            <a:ext cx="8768000" cy="624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>
            <a:endParaRPr/>
          </a:p>
        </p:txBody>
      </p:sp>
      <p:grpSp>
        <p:nvGrpSpPr>
          <p:cNvPr id="122" name="Google Shape;122;p11"/>
          <p:cNvGrpSpPr/>
          <p:nvPr/>
        </p:nvGrpSpPr>
        <p:grpSpPr>
          <a:xfrm>
            <a:off x="-444688" y="-849315"/>
            <a:ext cx="11162907" cy="6255009"/>
            <a:chOff x="-333516" y="-636987"/>
            <a:chExt cx="8372180" cy="4691257"/>
          </a:xfrm>
        </p:grpSpPr>
        <p:grpSp>
          <p:nvGrpSpPr>
            <p:cNvPr id="123" name="Google Shape;123;p11"/>
            <p:cNvGrpSpPr/>
            <p:nvPr/>
          </p:nvGrpSpPr>
          <p:grpSpPr>
            <a:xfrm>
              <a:off x="1250076" y="-636987"/>
              <a:ext cx="1700426" cy="1700426"/>
              <a:chOff x="1125364" y="878389"/>
              <a:chExt cx="859800" cy="859800"/>
            </a:xfrm>
          </p:grpSpPr>
          <p:sp>
            <p:nvSpPr>
              <p:cNvPr id="124" name="Google Shape;124;p11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" name="Google Shape;125;p11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26" name="Google Shape;126;p11"/>
            <p:cNvGrpSpPr/>
            <p:nvPr/>
          </p:nvGrpSpPr>
          <p:grpSpPr>
            <a:xfrm rot="5400000">
              <a:off x="-333516" y="3339450"/>
              <a:ext cx="714820" cy="714820"/>
              <a:chOff x="771846" y="524889"/>
              <a:chExt cx="1566900" cy="1566900"/>
            </a:xfrm>
          </p:grpSpPr>
          <p:sp>
            <p:nvSpPr>
              <p:cNvPr id="127" name="Google Shape;127;p11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" name="Google Shape;128;p11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29" name="Google Shape;129;p11"/>
            <p:cNvGrpSpPr/>
            <p:nvPr/>
          </p:nvGrpSpPr>
          <p:grpSpPr>
            <a:xfrm rot="-5400000">
              <a:off x="7178864" y="1063439"/>
              <a:ext cx="859800" cy="859800"/>
              <a:chOff x="1125364" y="878389"/>
              <a:chExt cx="859800" cy="859800"/>
            </a:xfrm>
          </p:grpSpPr>
          <p:sp>
            <p:nvSpPr>
              <p:cNvPr id="130" name="Google Shape;130;p11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1" name="Google Shape;131;p11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132" name="Google Shape;132;p11"/>
          <p:cNvGrpSpPr/>
          <p:nvPr/>
        </p:nvGrpSpPr>
        <p:grpSpPr>
          <a:xfrm>
            <a:off x="502659" y="6200463"/>
            <a:ext cx="11193901" cy="294800"/>
            <a:chOff x="376994" y="4650347"/>
            <a:chExt cx="8395426" cy="221100"/>
          </a:xfrm>
        </p:grpSpPr>
        <p:sp>
          <p:nvSpPr>
            <p:cNvPr id="133" name="Google Shape;133;p11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" name="Google Shape;134;p11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953467" y="3663100"/>
            <a:ext cx="66664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"/>
          </p:nvPr>
        </p:nvSpPr>
        <p:spPr>
          <a:xfrm>
            <a:off x="953467" y="713333"/>
            <a:ext cx="6666400" cy="2696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2891635" y="-433082"/>
            <a:ext cx="8449884" cy="8428451"/>
            <a:chOff x="2168726" y="-324811"/>
            <a:chExt cx="6337413" cy="6321338"/>
          </a:xfrm>
        </p:grpSpPr>
        <p:grpSp>
          <p:nvGrpSpPr>
            <p:cNvPr id="140" name="Google Shape;140;p13"/>
            <p:cNvGrpSpPr/>
            <p:nvPr/>
          </p:nvGrpSpPr>
          <p:grpSpPr>
            <a:xfrm>
              <a:off x="7646339" y="-324811"/>
              <a:ext cx="859800" cy="859800"/>
              <a:chOff x="1125364" y="878389"/>
              <a:chExt cx="859800" cy="859800"/>
            </a:xfrm>
          </p:grpSpPr>
          <p:sp>
            <p:nvSpPr>
              <p:cNvPr id="141" name="Google Shape;141;p1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43" name="Google Shape;143;p13"/>
            <p:cNvGrpSpPr/>
            <p:nvPr/>
          </p:nvGrpSpPr>
          <p:grpSpPr>
            <a:xfrm>
              <a:off x="2168726" y="4296100"/>
              <a:ext cx="1700426" cy="1700426"/>
              <a:chOff x="1125364" y="878389"/>
              <a:chExt cx="859800" cy="859800"/>
            </a:xfrm>
          </p:grpSpPr>
          <p:sp>
            <p:nvSpPr>
              <p:cNvPr id="144" name="Google Shape;144;p1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146" name="Google Shape;146;p13"/>
          <p:cNvGrpSpPr/>
          <p:nvPr/>
        </p:nvGrpSpPr>
        <p:grpSpPr>
          <a:xfrm>
            <a:off x="502659" y="6200463"/>
            <a:ext cx="11193901" cy="294800"/>
            <a:chOff x="376994" y="4650347"/>
            <a:chExt cx="8395426" cy="221100"/>
          </a:xfrm>
        </p:grpSpPr>
        <p:sp>
          <p:nvSpPr>
            <p:cNvPr id="147" name="Google Shape;147;p13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subTitle" idx="1"/>
          </p:nvPr>
        </p:nvSpPr>
        <p:spPr>
          <a:xfrm>
            <a:off x="1264800" y="3896984"/>
            <a:ext cx="31152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4"/>
          <p:cNvSpPr txBox="1">
            <a:spLocks noGrp="1"/>
          </p:cNvSpPr>
          <p:nvPr>
            <p:ph type="subTitle" idx="2"/>
          </p:nvPr>
        </p:nvSpPr>
        <p:spPr>
          <a:xfrm>
            <a:off x="1264800" y="5131968"/>
            <a:ext cx="3115200" cy="7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subTitle" idx="3"/>
          </p:nvPr>
        </p:nvSpPr>
        <p:spPr>
          <a:xfrm>
            <a:off x="4538400" y="5131968"/>
            <a:ext cx="3115200" cy="7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subTitle" idx="4"/>
          </p:nvPr>
        </p:nvSpPr>
        <p:spPr>
          <a:xfrm>
            <a:off x="7812000" y="5131968"/>
            <a:ext cx="3115200" cy="7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84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subTitle" idx="5"/>
          </p:nvPr>
        </p:nvSpPr>
        <p:spPr>
          <a:xfrm>
            <a:off x="4538400" y="3896984"/>
            <a:ext cx="31152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subTitle" idx="6"/>
          </p:nvPr>
        </p:nvSpPr>
        <p:spPr>
          <a:xfrm>
            <a:off x="7812000" y="3896984"/>
            <a:ext cx="31152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subTitle" idx="7"/>
          </p:nvPr>
        </p:nvSpPr>
        <p:spPr>
          <a:xfrm>
            <a:off x="1264800" y="4502352"/>
            <a:ext cx="3115200" cy="7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8"/>
          </p:nvPr>
        </p:nvSpPr>
        <p:spPr>
          <a:xfrm>
            <a:off x="4538400" y="4502352"/>
            <a:ext cx="3115200" cy="7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subTitle" idx="9"/>
          </p:nvPr>
        </p:nvSpPr>
        <p:spPr>
          <a:xfrm>
            <a:off x="7812000" y="4502352"/>
            <a:ext cx="3115200" cy="7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4"/>
          <p:cNvGrpSpPr/>
          <p:nvPr/>
        </p:nvGrpSpPr>
        <p:grpSpPr>
          <a:xfrm>
            <a:off x="-643748" y="132152"/>
            <a:ext cx="12669471" cy="2891801"/>
            <a:chOff x="-482811" y="99113"/>
            <a:chExt cx="9502103" cy="2168851"/>
          </a:xfrm>
        </p:grpSpPr>
        <p:grpSp>
          <p:nvGrpSpPr>
            <p:cNvPr id="161" name="Google Shape;161;p14"/>
            <p:cNvGrpSpPr/>
            <p:nvPr/>
          </p:nvGrpSpPr>
          <p:grpSpPr>
            <a:xfrm rot="-5400000">
              <a:off x="-482811" y="1408164"/>
              <a:ext cx="859800" cy="859800"/>
              <a:chOff x="1125364" y="878389"/>
              <a:chExt cx="859800" cy="859800"/>
            </a:xfrm>
          </p:grpSpPr>
          <p:sp>
            <p:nvSpPr>
              <p:cNvPr id="162" name="Google Shape;162;p14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64" name="Google Shape;164;p14"/>
            <p:cNvGrpSpPr/>
            <p:nvPr/>
          </p:nvGrpSpPr>
          <p:grpSpPr>
            <a:xfrm rot="5400000">
              <a:off x="8304472" y="99113"/>
              <a:ext cx="714820" cy="714820"/>
              <a:chOff x="771846" y="524889"/>
              <a:chExt cx="1566900" cy="1566900"/>
            </a:xfrm>
          </p:grpSpPr>
          <p:sp>
            <p:nvSpPr>
              <p:cNvPr id="165" name="Google Shape;165;p14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167" name="Google Shape;167;p14"/>
          <p:cNvGrpSpPr/>
          <p:nvPr/>
        </p:nvGrpSpPr>
        <p:grpSpPr>
          <a:xfrm>
            <a:off x="502659" y="6200463"/>
            <a:ext cx="11193901" cy="294800"/>
            <a:chOff x="376994" y="4650347"/>
            <a:chExt cx="8395426" cy="221100"/>
          </a:xfrm>
        </p:grpSpPr>
        <p:sp>
          <p:nvSpPr>
            <p:cNvPr id="168" name="Google Shape;168;p14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>
            <a:spLocks noGrp="1"/>
          </p:cNvSpPr>
          <p:nvPr>
            <p:ph type="subTitle" idx="1"/>
          </p:nvPr>
        </p:nvSpPr>
        <p:spPr>
          <a:xfrm>
            <a:off x="2344732" y="2289333"/>
            <a:ext cx="36196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2"/>
          </p:nvPr>
        </p:nvSpPr>
        <p:spPr>
          <a:xfrm>
            <a:off x="2344716" y="2764931"/>
            <a:ext cx="36196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3"/>
          </p:nvPr>
        </p:nvSpPr>
        <p:spPr>
          <a:xfrm>
            <a:off x="7618916" y="2764931"/>
            <a:ext cx="36196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4"/>
          </p:nvPr>
        </p:nvSpPr>
        <p:spPr>
          <a:xfrm>
            <a:off x="2344700" y="4697368"/>
            <a:ext cx="36196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5"/>
          </p:nvPr>
        </p:nvSpPr>
        <p:spPr>
          <a:xfrm>
            <a:off x="7618900" y="4697368"/>
            <a:ext cx="36196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2344732" y="4240437"/>
            <a:ext cx="36196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subTitle" idx="7"/>
          </p:nvPr>
        </p:nvSpPr>
        <p:spPr>
          <a:xfrm>
            <a:off x="7618925" y="2289333"/>
            <a:ext cx="36196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subTitle" idx="8"/>
          </p:nvPr>
        </p:nvSpPr>
        <p:spPr>
          <a:xfrm>
            <a:off x="7618925" y="4240437"/>
            <a:ext cx="36196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0" name="Google Shape;180;p15"/>
          <p:cNvGrpSpPr/>
          <p:nvPr/>
        </p:nvGrpSpPr>
        <p:grpSpPr>
          <a:xfrm>
            <a:off x="501260" y="362730"/>
            <a:ext cx="294800" cy="6131132"/>
            <a:chOff x="375945" y="272047"/>
            <a:chExt cx="221100" cy="4598349"/>
          </a:xfrm>
        </p:grpSpPr>
        <p:sp>
          <p:nvSpPr>
            <p:cNvPr id="181" name="Google Shape;181;p15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3" name="Google Shape;183;p15"/>
          <p:cNvGrpSpPr/>
          <p:nvPr/>
        </p:nvGrpSpPr>
        <p:grpSpPr>
          <a:xfrm>
            <a:off x="7943319" y="1242784"/>
            <a:ext cx="4733853" cy="6255835"/>
            <a:chOff x="5957489" y="932088"/>
            <a:chExt cx="3550390" cy="4691876"/>
          </a:xfrm>
        </p:grpSpPr>
        <p:grpSp>
          <p:nvGrpSpPr>
            <p:cNvPr id="184" name="Google Shape;184;p15"/>
            <p:cNvGrpSpPr/>
            <p:nvPr/>
          </p:nvGrpSpPr>
          <p:grpSpPr>
            <a:xfrm rot="5400000">
              <a:off x="8793059" y="932088"/>
              <a:ext cx="714820" cy="714820"/>
              <a:chOff x="771846" y="524889"/>
              <a:chExt cx="1566900" cy="1566900"/>
            </a:xfrm>
          </p:grpSpPr>
          <p:sp>
            <p:nvSpPr>
              <p:cNvPr id="185" name="Google Shape;185;p1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187" name="Google Shape;187;p15"/>
            <p:cNvGrpSpPr/>
            <p:nvPr/>
          </p:nvGrpSpPr>
          <p:grpSpPr>
            <a:xfrm rot="10800000">
              <a:off x="5957489" y="4764164"/>
              <a:ext cx="859800" cy="859800"/>
              <a:chOff x="1125364" y="878389"/>
              <a:chExt cx="859800" cy="859800"/>
            </a:xfrm>
          </p:grpSpPr>
          <p:sp>
            <p:nvSpPr>
              <p:cNvPr id="188" name="Google Shape;188;p15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960000" y="5016367"/>
            <a:ext cx="32332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960000" y="5498267"/>
            <a:ext cx="3233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title" idx="3" hasCustomPrompt="1"/>
          </p:nvPr>
        </p:nvSpPr>
        <p:spPr>
          <a:xfrm>
            <a:off x="2156001" y="4034423"/>
            <a:ext cx="841200" cy="841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4"/>
          </p:nvPr>
        </p:nvSpPr>
        <p:spPr>
          <a:xfrm>
            <a:off x="4479400" y="5016367"/>
            <a:ext cx="32332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5"/>
          </p:nvPr>
        </p:nvSpPr>
        <p:spPr>
          <a:xfrm>
            <a:off x="4479400" y="5498267"/>
            <a:ext cx="3233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title" idx="6" hasCustomPrompt="1"/>
          </p:nvPr>
        </p:nvSpPr>
        <p:spPr>
          <a:xfrm>
            <a:off x="5675403" y="4034423"/>
            <a:ext cx="841200" cy="841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7"/>
          </p:nvPr>
        </p:nvSpPr>
        <p:spPr>
          <a:xfrm>
            <a:off x="7998733" y="5016367"/>
            <a:ext cx="32332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9" name="Google Shape;199;p16"/>
          <p:cNvSpPr txBox="1">
            <a:spLocks noGrp="1"/>
          </p:cNvSpPr>
          <p:nvPr>
            <p:ph type="subTitle" idx="8"/>
          </p:nvPr>
        </p:nvSpPr>
        <p:spPr>
          <a:xfrm>
            <a:off x="7998733" y="5498267"/>
            <a:ext cx="3233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title" idx="9" hasCustomPrompt="1"/>
          </p:nvPr>
        </p:nvSpPr>
        <p:spPr>
          <a:xfrm>
            <a:off x="9194768" y="4034423"/>
            <a:ext cx="841200" cy="841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1" name="Google Shape;201;p16"/>
          <p:cNvSpPr txBox="1">
            <a:spLocks noGrp="1"/>
          </p:cNvSpPr>
          <p:nvPr>
            <p:ph type="subTitle" idx="13"/>
          </p:nvPr>
        </p:nvSpPr>
        <p:spPr>
          <a:xfrm>
            <a:off x="2719733" y="2708767"/>
            <a:ext cx="32332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2" name="Google Shape;202;p16"/>
          <p:cNvSpPr txBox="1">
            <a:spLocks noGrp="1"/>
          </p:cNvSpPr>
          <p:nvPr>
            <p:ph type="subTitle" idx="14"/>
          </p:nvPr>
        </p:nvSpPr>
        <p:spPr>
          <a:xfrm>
            <a:off x="2719733" y="3183833"/>
            <a:ext cx="3233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title" idx="15" hasCustomPrompt="1"/>
          </p:nvPr>
        </p:nvSpPr>
        <p:spPr>
          <a:xfrm>
            <a:off x="3915736" y="1726823"/>
            <a:ext cx="841200" cy="841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6"/>
          <p:cNvSpPr txBox="1">
            <a:spLocks noGrp="1"/>
          </p:cNvSpPr>
          <p:nvPr>
            <p:ph type="subTitle" idx="16"/>
          </p:nvPr>
        </p:nvSpPr>
        <p:spPr>
          <a:xfrm>
            <a:off x="6239067" y="2708767"/>
            <a:ext cx="3233200" cy="47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5" name="Google Shape;205;p16"/>
          <p:cNvSpPr txBox="1">
            <a:spLocks noGrp="1"/>
          </p:cNvSpPr>
          <p:nvPr>
            <p:ph type="subTitle" idx="17"/>
          </p:nvPr>
        </p:nvSpPr>
        <p:spPr>
          <a:xfrm>
            <a:off x="6239067" y="3183833"/>
            <a:ext cx="3233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title" idx="18" hasCustomPrompt="1"/>
          </p:nvPr>
        </p:nvSpPr>
        <p:spPr>
          <a:xfrm>
            <a:off x="7435101" y="1726823"/>
            <a:ext cx="841200" cy="841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35" b="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01260" y="362730"/>
            <a:ext cx="294800" cy="6131132"/>
            <a:chOff x="375945" y="272047"/>
            <a:chExt cx="221100" cy="4598349"/>
          </a:xfrm>
        </p:grpSpPr>
        <p:sp>
          <p:nvSpPr>
            <p:cNvPr id="208" name="Google Shape;208;p16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16"/>
          <p:cNvGrpSpPr/>
          <p:nvPr/>
        </p:nvGrpSpPr>
        <p:grpSpPr>
          <a:xfrm>
            <a:off x="9281819" y="-553047"/>
            <a:ext cx="3312053" cy="4536625"/>
            <a:chOff x="6961364" y="-414786"/>
            <a:chExt cx="2484040" cy="3402469"/>
          </a:xfrm>
        </p:grpSpPr>
        <p:grpSp>
          <p:nvGrpSpPr>
            <p:cNvPr id="211" name="Google Shape;211;p16"/>
            <p:cNvGrpSpPr/>
            <p:nvPr/>
          </p:nvGrpSpPr>
          <p:grpSpPr>
            <a:xfrm rot="5400000">
              <a:off x="8730584" y="2272863"/>
              <a:ext cx="714820" cy="714820"/>
              <a:chOff x="771846" y="524889"/>
              <a:chExt cx="1566900" cy="1566900"/>
            </a:xfrm>
          </p:grpSpPr>
          <p:sp>
            <p:nvSpPr>
              <p:cNvPr id="212" name="Google Shape;212;p1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14" name="Google Shape;214;p16"/>
            <p:cNvGrpSpPr/>
            <p:nvPr/>
          </p:nvGrpSpPr>
          <p:grpSpPr>
            <a:xfrm>
              <a:off x="6961364" y="-414786"/>
              <a:ext cx="859800" cy="859800"/>
              <a:chOff x="1125364" y="878389"/>
              <a:chExt cx="859800" cy="859800"/>
            </a:xfrm>
          </p:grpSpPr>
          <p:sp>
            <p:nvSpPr>
              <p:cNvPr id="215" name="Google Shape;215;p16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1"/>
          </p:nvPr>
        </p:nvSpPr>
        <p:spPr>
          <a:xfrm>
            <a:off x="956733" y="2774125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2"/>
          </p:nvPr>
        </p:nvSpPr>
        <p:spPr>
          <a:xfrm>
            <a:off x="4500768" y="2774125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3"/>
          </p:nvPr>
        </p:nvSpPr>
        <p:spPr>
          <a:xfrm>
            <a:off x="8044804" y="2774125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subTitle" idx="4"/>
          </p:nvPr>
        </p:nvSpPr>
        <p:spPr>
          <a:xfrm>
            <a:off x="956733" y="5031503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7"/>
          <p:cNvSpPr txBox="1">
            <a:spLocks noGrp="1"/>
          </p:cNvSpPr>
          <p:nvPr>
            <p:ph type="subTitle" idx="5"/>
          </p:nvPr>
        </p:nvSpPr>
        <p:spPr>
          <a:xfrm>
            <a:off x="4500768" y="5031503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ubTitle" idx="6"/>
          </p:nvPr>
        </p:nvSpPr>
        <p:spPr>
          <a:xfrm>
            <a:off x="8044804" y="5031503"/>
            <a:ext cx="318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subTitle" idx="7"/>
          </p:nvPr>
        </p:nvSpPr>
        <p:spPr>
          <a:xfrm>
            <a:off x="956733" y="2297251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subTitle" idx="8"/>
          </p:nvPr>
        </p:nvSpPr>
        <p:spPr>
          <a:xfrm>
            <a:off x="4500768" y="2297251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subTitle" idx="9"/>
          </p:nvPr>
        </p:nvSpPr>
        <p:spPr>
          <a:xfrm>
            <a:off x="8044804" y="2297251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subTitle" idx="13"/>
          </p:nvPr>
        </p:nvSpPr>
        <p:spPr>
          <a:xfrm>
            <a:off x="956733" y="4556300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ubTitle" idx="14"/>
          </p:nvPr>
        </p:nvSpPr>
        <p:spPr>
          <a:xfrm>
            <a:off x="4500768" y="4556300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ubTitle" idx="15"/>
          </p:nvPr>
        </p:nvSpPr>
        <p:spPr>
          <a:xfrm>
            <a:off x="8044804" y="4556300"/>
            <a:ext cx="3188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535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31" name="Google Shape;231;p17"/>
          <p:cNvGrpSpPr/>
          <p:nvPr/>
        </p:nvGrpSpPr>
        <p:grpSpPr>
          <a:xfrm>
            <a:off x="501260" y="362729"/>
            <a:ext cx="11193899" cy="294800"/>
            <a:chOff x="375945" y="272047"/>
            <a:chExt cx="8395424" cy="221100"/>
          </a:xfrm>
        </p:grpSpPr>
        <p:sp>
          <p:nvSpPr>
            <p:cNvPr id="232" name="Google Shape;232;p17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34" name="Google Shape;234;p17"/>
          <p:cNvGrpSpPr/>
          <p:nvPr/>
        </p:nvGrpSpPr>
        <p:grpSpPr>
          <a:xfrm>
            <a:off x="1479430" y="5489819"/>
            <a:ext cx="11341389" cy="1769125"/>
            <a:chOff x="1109572" y="4117364"/>
            <a:chExt cx="8506042" cy="1326844"/>
          </a:xfrm>
        </p:grpSpPr>
        <p:grpSp>
          <p:nvGrpSpPr>
            <p:cNvPr id="235" name="Google Shape;235;p17"/>
            <p:cNvGrpSpPr/>
            <p:nvPr/>
          </p:nvGrpSpPr>
          <p:grpSpPr>
            <a:xfrm rot="-5400000">
              <a:off x="8755814" y="4117364"/>
              <a:ext cx="859800" cy="859800"/>
              <a:chOff x="1125364" y="878389"/>
              <a:chExt cx="859800" cy="859800"/>
            </a:xfrm>
          </p:grpSpPr>
          <p:sp>
            <p:nvSpPr>
              <p:cNvPr id="236" name="Google Shape;236;p17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38" name="Google Shape;238;p17"/>
            <p:cNvGrpSpPr/>
            <p:nvPr/>
          </p:nvGrpSpPr>
          <p:grpSpPr>
            <a:xfrm rot="10800000">
              <a:off x="1109572" y="4729388"/>
              <a:ext cx="714820" cy="714820"/>
              <a:chOff x="771846" y="524889"/>
              <a:chExt cx="1566900" cy="1566900"/>
            </a:xfrm>
          </p:grpSpPr>
          <p:sp>
            <p:nvSpPr>
              <p:cNvPr id="239" name="Google Shape;239;p17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953400" y="593367"/>
            <a:ext cx="1028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subTitle" idx="1"/>
          </p:nvPr>
        </p:nvSpPr>
        <p:spPr>
          <a:xfrm>
            <a:off x="1420532" y="1408800"/>
            <a:ext cx="4483200" cy="45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anose="020B0604020202020204"/>
              <a:buChar char="●"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>
                <a:latin typeface="Glory"/>
                <a:ea typeface="Glory"/>
                <a:cs typeface="Glory"/>
                <a:sym typeface="Glor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>
                <a:latin typeface="Glory"/>
                <a:ea typeface="Glory"/>
                <a:cs typeface="Glory"/>
                <a:sym typeface="Glor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subTitle" idx="2"/>
          </p:nvPr>
        </p:nvSpPr>
        <p:spPr>
          <a:xfrm>
            <a:off x="6288268" y="1408800"/>
            <a:ext cx="4483200" cy="45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anose="020B0604020202020204"/>
              <a:buChar char="●"/>
              <a:defRPr sz="1865"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>
                <a:latin typeface="Glory"/>
                <a:ea typeface="Glory"/>
                <a:cs typeface="Glory"/>
                <a:sym typeface="Glor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●"/>
              <a:defRPr>
                <a:latin typeface="Glory"/>
                <a:ea typeface="Glory"/>
                <a:cs typeface="Glory"/>
                <a:sym typeface="Glor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○"/>
              <a:defRPr>
                <a:latin typeface="Glory"/>
                <a:ea typeface="Glory"/>
                <a:cs typeface="Glory"/>
                <a:sym typeface="Glor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Char char="■"/>
              <a:defRPr>
                <a:latin typeface="Glory"/>
                <a:ea typeface="Glory"/>
                <a:cs typeface="Glory"/>
                <a:sym typeface="Glory"/>
              </a:defRPr>
            </a:lvl9pPr>
          </a:lstStyle>
          <a:p>
            <a:endParaRPr/>
          </a:p>
        </p:txBody>
      </p:sp>
      <p:grpSp>
        <p:nvGrpSpPr>
          <p:cNvPr id="245" name="Google Shape;245;p18"/>
          <p:cNvGrpSpPr/>
          <p:nvPr/>
        </p:nvGrpSpPr>
        <p:grpSpPr>
          <a:xfrm>
            <a:off x="501260" y="362730"/>
            <a:ext cx="294800" cy="6131132"/>
            <a:chOff x="375945" y="272047"/>
            <a:chExt cx="221100" cy="4598349"/>
          </a:xfrm>
        </p:grpSpPr>
        <p:sp>
          <p:nvSpPr>
            <p:cNvPr id="246" name="Google Shape;246;p18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8" name="Google Shape;248;p18"/>
          <p:cNvGrpSpPr/>
          <p:nvPr/>
        </p:nvGrpSpPr>
        <p:grpSpPr>
          <a:xfrm>
            <a:off x="7227869" y="-514516"/>
            <a:ext cx="5408935" cy="8269619"/>
            <a:chOff x="5420901" y="-385887"/>
            <a:chExt cx="4056701" cy="6202214"/>
          </a:xfrm>
        </p:grpSpPr>
        <p:grpSp>
          <p:nvGrpSpPr>
            <p:cNvPr id="249" name="Google Shape;249;p18"/>
            <p:cNvGrpSpPr/>
            <p:nvPr/>
          </p:nvGrpSpPr>
          <p:grpSpPr>
            <a:xfrm>
              <a:off x="5420901" y="4115900"/>
              <a:ext cx="1700426" cy="1700426"/>
              <a:chOff x="1125364" y="878389"/>
              <a:chExt cx="859800" cy="859800"/>
            </a:xfrm>
          </p:grpSpPr>
          <p:sp>
            <p:nvSpPr>
              <p:cNvPr id="250" name="Google Shape;250;p1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52" name="Google Shape;252;p18"/>
            <p:cNvGrpSpPr/>
            <p:nvPr/>
          </p:nvGrpSpPr>
          <p:grpSpPr>
            <a:xfrm rot="-5400000">
              <a:off x="8617801" y="2755789"/>
              <a:ext cx="859800" cy="859800"/>
              <a:chOff x="1125364" y="878389"/>
              <a:chExt cx="859800" cy="859800"/>
            </a:xfrm>
          </p:grpSpPr>
          <p:sp>
            <p:nvSpPr>
              <p:cNvPr id="253" name="Google Shape;253;p1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55" name="Google Shape;255;p18"/>
            <p:cNvGrpSpPr/>
            <p:nvPr/>
          </p:nvGrpSpPr>
          <p:grpSpPr>
            <a:xfrm rot="5400000">
              <a:off x="7403122" y="-385887"/>
              <a:ext cx="714820" cy="714820"/>
              <a:chOff x="771846" y="524889"/>
              <a:chExt cx="1566900" cy="1566900"/>
            </a:xfrm>
          </p:grpSpPr>
          <p:sp>
            <p:nvSpPr>
              <p:cNvPr id="256" name="Google Shape;256;p18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8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subTitle" idx="1"/>
          </p:nvPr>
        </p:nvSpPr>
        <p:spPr>
          <a:xfrm>
            <a:off x="956733" y="1414233"/>
            <a:ext cx="10285200" cy="132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lory"/>
              <a:buChar char="●"/>
              <a:defRPr sz="1865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○"/>
              <a:defRPr>
                <a:latin typeface="Glory"/>
                <a:ea typeface="Glory"/>
                <a:cs typeface="Glory"/>
                <a:sym typeface="Glor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■"/>
              <a:defRPr>
                <a:latin typeface="Glory"/>
                <a:ea typeface="Glory"/>
                <a:cs typeface="Glory"/>
                <a:sym typeface="Glor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●"/>
              <a:defRPr>
                <a:latin typeface="Glory"/>
                <a:ea typeface="Glory"/>
                <a:cs typeface="Glory"/>
                <a:sym typeface="Glor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○"/>
              <a:defRPr>
                <a:latin typeface="Glory"/>
                <a:ea typeface="Glory"/>
                <a:cs typeface="Glory"/>
                <a:sym typeface="Glor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■"/>
              <a:defRPr>
                <a:latin typeface="Glory"/>
                <a:ea typeface="Glory"/>
                <a:cs typeface="Glory"/>
                <a:sym typeface="Glor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●"/>
              <a:defRPr>
                <a:latin typeface="Glory"/>
                <a:ea typeface="Glory"/>
                <a:cs typeface="Glory"/>
                <a:sym typeface="Glor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○"/>
              <a:defRPr>
                <a:latin typeface="Glory"/>
                <a:ea typeface="Glory"/>
                <a:cs typeface="Glory"/>
                <a:sym typeface="Glor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lory"/>
              <a:buChar char="■"/>
              <a:defRPr>
                <a:latin typeface="Glory"/>
                <a:ea typeface="Glory"/>
                <a:cs typeface="Glory"/>
                <a:sym typeface="Glory"/>
              </a:defRPr>
            </a:lvl9pPr>
          </a:lstStyle>
          <a:p>
            <a:endParaRPr/>
          </a:p>
        </p:txBody>
      </p:sp>
      <p:grpSp>
        <p:nvGrpSpPr>
          <p:cNvPr id="261" name="Google Shape;261;p19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262" name="Google Shape;262;p19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-654515" y="-500050"/>
            <a:ext cx="3430853" cy="3444235"/>
            <a:chOff x="-490886" y="-375037"/>
            <a:chExt cx="2573140" cy="2583176"/>
          </a:xfrm>
        </p:grpSpPr>
        <p:grpSp>
          <p:nvGrpSpPr>
            <p:cNvPr id="265" name="Google Shape;265;p19"/>
            <p:cNvGrpSpPr/>
            <p:nvPr/>
          </p:nvGrpSpPr>
          <p:grpSpPr>
            <a:xfrm rot="5400000">
              <a:off x="1367434" y="-375037"/>
              <a:ext cx="714820" cy="714820"/>
              <a:chOff x="771846" y="524889"/>
              <a:chExt cx="1566900" cy="1566900"/>
            </a:xfrm>
          </p:grpSpPr>
          <p:sp>
            <p:nvSpPr>
              <p:cNvPr id="266" name="Google Shape;266;p1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68" name="Google Shape;268;p19"/>
            <p:cNvGrpSpPr/>
            <p:nvPr/>
          </p:nvGrpSpPr>
          <p:grpSpPr>
            <a:xfrm rot="-5400000">
              <a:off x="-490886" y="1348339"/>
              <a:ext cx="859800" cy="859800"/>
              <a:chOff x="1125364" y="878389"/>
              <a:chExt cx="859800" cy="859800"/>
            </a:xfrm>
          </p:grpSpPr>
          <p:sp>
            <p:nvSpPr>
              <p:cNvPr id="269" name="Google Shape;269;p1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3" name="Google Shape;273;p20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274" name="Google Shape;274;p20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-592548" y="713320"/>
            <a:ext cx="2499104" cy="6616425"/>
            <a:chOff x="-444411" y="534989"/>
            <a:chExt cx="1874328" cy="4962319"/>
          </a:xfrm>
        </p:grpSpPr>
        <p:grpSp>
          <p:nvGrpSpPr>
            <p:cNvPr id="277" name="Google Shape;277;p20"/>
            <p:cNvGrpSpPr/>
            <p:nvPr/>
          </p:nvGrpSpPr>
          <p:grpSpPr>
            <a:xfrm rot="10800000">
              <a:off x="715097" y="4782488"/>
              <a:ext cx="714820" cy="714820"/>
              <a:chOff x="2897065" y="524889"/>
              <a:chExt cx="1566900" cy="1566900"/>
            </a:xfrm>
          </p:grpSpPr>
          <p:sp>
            <p:nvSpPr>
              <p:cNvPr id="278" name="Google Shape;278;p20"/>
              <p:cNvSpPr/>
              <p:nvPr/>
            </p:nvSpPr>
            <p:spPr>
              <a:xfrm rot="5400000">
                <a:off x="3333369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9" name="Google Shape;279;p20"/>
              <p:cNvSpPr/>
              <p:nvPr/>
            </p:nvSpPr>
            <p:spPr>
              <a:xfrm>
                <a:off x="2897065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80" name="Google Shape;280;p20"/>
            <p:cNvGrpSpPr/>
            <p:nvPr/>
          </p:nvGrpSpPr>
          <p:grpSpPr>
            <a:xfrm rot="-5400000">
              <a:off x="-444411" y="534989"/>
              <a:ext cx="859800" cy="859800"/>
              <a:chOff x="1125364" y="878389"/>
              <a:chExt cx="859800" cy="859800"/>
            </a:xfrm>
          </p:grpSpPr>
          <p:sp>
            <p:nvSpPr>
              <p:cNvPr id="281" name="Google Shape;281;p20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85" name="Google Shape;285;p21"/>
          <p:cNvGrpSpPr/>
          <p:nvPr/>
        </p:nvGrpSpPr>
        <p:grpSpPr>
          <a:xfrm>
            <a:off x="502663" y="364112"/>
            <a:ext cx="11192496" cy="292000"/>
            <a:chOff x="376997" y="273084"/>
            <a:chExt cx="8394372" cy="219000"/>
          </a:xfrm>
        </p:grpSpPr>
        <p:sp>
          <p:nvSpPr>
            <p:cNvPr id="286" name="Google Shape;286;p21"/>
            <p:cNvSpPr/>
            <p:nvPr/>
          </p:nvSpPr>
          <p:spPr>
            <a:xfrm rot="-2700000" flipH="1">
              <a:off x="408644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88" name="Google Shape;288;p21"/>
          <p:cNvGrpSpPr/>
          <p:nvPr/>
        </p:nvGrpSpPr>
        <p:grpSpPr>
          <a:xfrm>
            <a:off x="-504071" y="4198317"/>
            <a:ext cx="11408323" cy="3178435"/>
            <a:chOff x="-378053" y="3148738"/>
            <a:chExt cx="8556242" cy="2383826"/>
          </a:xfrm>
        </p:grpSpPr>
        <p:grpSp>
          <p:nvGrpSpPr>
            <p:cNvPr id="289" name="Google Shape;289;p21"/>
            <p:cNvGrpSpPr/>
            <p:nvPr/>
          </p:nvGrpSpPr>
          <p:grpSpPr>
            <a:xfrm>
              <a:off x="7318389" y="4672764"/>
              <a:ext cx="859800" cy="859800"/>
              <a:chOff x="1125364" y="878389"/>
              <a:chExt cx="859800" cy="859800"/>
            </a:xfrm>
          </p:grpSpPr>
          <p:sp>
            <p:nvSpPr>
              <p:cNvPr id="290" name="Google Shape;290;p21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1" name="Google Shape;291;p21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92" name="Google Shape;292;p21"/>
            <p:cNvGrpSpPr/>
            <p:nvPr/>
          </p:nvGrpSpPr>
          <p:grpSpPr>
            <a:xfrm rot="5400000">
              <a:off x="-378053" y="3148738"/>
              <a:ext cx="714820" cy="714820"/>
              <a:chOff x="771846" y="524889"/>
              <a:chExt cx="1566900" cy="1566900"/>
            </a:xfrm>
          </p:grpSpPr>
          <p:sp>
            <p:nvSpPr>
              <p:cNvPr id="293" name="Google Shape;293;p21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>
            <a:spLocks noGrp="1"/>
          </p:cNvSpPr>
          <p:nvPr>
            <p:ph type="title"/>
          </p:nvPr>
        </p:nvSpPr>
        <p:spPr>
          <a:xfrm>
            <a:off x="3130600" y="1244400"/>
            <a:ext cx="5930800" cy="11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35" b="0"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subTitle" idx="1"/>
          </p:nvPr>
        </p:nvSpPr>
        <p:spPr>
          <a:xfrm>
            <a:off x="3130533" y="2308207"/>
            <a:ext cx="5930800" cy="14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lory"/>
                <a:ea typeface="Glory"/>
                <a:cs typeface="Glory"/>
                <a:sym typeface="Glor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2798800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n-GB" sz="1600" b="1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rPr>
              <a:t>CREDITS:</a:t>
            </a:r>
            <a:r>
              <a:rPr lang="en-GB" sz="1600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rPr>
              <a:t> This presentation template was created by </a:t>
            </a:r>
            <a:r>
              <a:rPr lang="en-GB" sz="1600" b="1" u="sng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  <a:hlinkClick r:id="rId2"/>
              </a:rPr>
              <a:t>Slidesgo</a:t>
            </a:r>
            <a:r>
              <a:rPr lang="en-GB" sz="1600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rPr>
              <a:t>, and includes icons by </a:t>
            </a:r>
            <a:r>
              <a:rPr lang="en-GB" sz="1600" b="1" u="sng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  <a:hlinkClick r:id="rId3"/>
              </a:rPr>
              <a:t>Flaticon</a:t>
            </a:r>
            <a:r>
              <a:rPr lang="en-GB" sz="1600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rPr>
              <a:t>, and infographics &amp; images by </a:t>
            </a:r>
            <a:r>
              <a:rPr lang="en-GB" sz="1600" b="1" u="sng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  <a:hlinkClick r:id="rId4"/>
              </a:rPr>
              <a:t>Freepik</a:t>
            </a:r>
            <a:r>
              <a:rPr lang="en-GB" sz="1600" u="sng" kern="0">
                <a:solidFill>
                  <a:srgbClr val="424953"/>
                </a:solidFill>
                <a:latin typeface="Glory"/>
                <a:ea typeface="Glory"/>
                <a:cs typeface="Glory"/>
                <a:sym typeface="Glory"/>
              </a:rPr>
              <a:t> </a:t>
            </a:r>
            <a:endParaRPr sz="1600" b="1" u="sng" kern="0">
              <a:solidFill>
                <a:srgbClr val="424953"/>
              </a:solidFill>
              <a:latin typeface="Glory"/>
              <a:ea typeface="Glory"/>
              <a:cs typeface="Glory"/>
              <a:sym typeface="Glory"/>
            </a:endParaRPr>
          </a:p>
        </p:txBody>
      </p:sp>
      <p:grpSp>
        <p:nvGrpSpPr>
          <p:cNvPr id="299" name="Google Shape;299;p22"/>
          <p:cNvGrpSpPr/>
          <p:nvPr/>
        </p:nvGrpSpPr>
        <p:grpSpPr>
          <a:xfrm>
            <a:off x="-192948" y="5348852"/>
            <a:ext cx="1146400" cy="1146400"/>
            <a:chOff x="1125364" y="878389"/>
            <a:chExt cx="859800" cy="859800"/>
          </a:xfrm>
        </p:grpSpPr>
        <p:sp>
          <p:nvSpPr>
            <p:cNvPr id="300" name="Google Shape;300;p22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avLst/>
              <a:gdLst/>
              <a:ahLst/>
              <a:cxnLst/>
              <a:rect l="l" t="t" r="r" b="b"/>
              <a:pathLst>
                <a:path w="523" h="523" extrusionOk="0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1125364" y="878389"/>
              <a:ext cx="859800" cy="859800"/>
            </a:xfrm>
            <a:prstGeom prst="arc">
              <a:avLst>
                <a:gd name="adj1" fmla="val 16200000"/>
                <a:gd name="adj2" fmla="val 533884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 panose="020B0604020202020204"/>
                <a:buNone/>
              </a:pPr>
              <a:endParaRPr sz="1865" kern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grpSp>
        <p:nvGrpSpPr>
          <p:cNvPr id="302" name="Google Shape;302;p22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303" name="Google Shape;303;p22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3"/>
          <p:cNvGrpSpPr/>
          <p:nvPr/>
        </p:nvGrpSpPr>
        <p:grpSpPr>
          <a:xfrm>
            <a:off x="502659" y="6200463"/>
            <a:ext cx="11193901" cy="294800"/>
            <a:chOff x="376994" y="4650347"/>
            <a:chExt cx="8395426" cy="221100"/>
          </a:xfrm>
        </p:grpSpPr>
        <p:sp>
          <p:nvSpPr>
            <p:cNvPr id="307" name="Google Shape;307;p23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09" name="Google Shape;309;p23"/>
          <p:cNvGrpSpPr/>
          <p:nvPr/>
        </p:nvGrpSpPr>
        <p:grpSpPr>
          <a:xfrm>
            <a:off x="-514655" y="-580014"/>
            <a:ext cx="10428307" cy="4008225"/>
            <a:chOff x="-385991" y="-324811"/>
            <a:chExt cx="7821230" cy="3006169"/>
          </a:xfrm>
        </p:grpSpPr>
        <p:grpSp>
          <p:nvGrpSpPr>
            <p:cNvPr id="310" name="Google Shape;310;p23"/>
            <p:cNvGrpSpPr/>
            <p:nvPr/>
          </p:nvGrpSpPr>
          <p:grpSpPr>
            <a:xfrm rot="5400000">
              <a:off x="-385991" y="1966538"/>
              <a:ext cx="714820" cy="714820"/>
              <a:chOff x="771846" y="524889"/>
              <a:chExt cx="1566900" cy="1566900"/>
            </a:xfrm>
          </p:grpSpPr>
          <p:sp>
            <p:nvSpPr>
              <p:cNvPr id="311" name="Google Shape;311;p2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313" name="Google Shape;313;p23"/>
            <p:cNvGrpSpPr/>
            <p:nvPr/>
          </p:nvGrpSpPr>
          <p:grpSpPr>
            <a:xfrm>
              <a:off x="6575439" y="-324811"/>
              <a:ext cx="859800" cy="859800"/>
              <a:chOff x="1125364" y="878389"/>
              <a:chExt cx="859800" cy="859800"/>
            </a:xfrm>
          </p:grpSpPr>
          <p:sp>
            <p:nvSpPr>
              <p:cNvPr id="314" name="Google Shape;314;p23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5" name="Google Shape;315;p23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4"/>
          <p:cNvGrpSpPr/>
          <p:nvPr/>
        </p:nvGrpSpPr>
        <p:grpSpPr>
          <a:xfrm>
            <a:off x="-510032" y="807401"/>
            <a:ext cx="11120453" cy="7028001"/>
            <a:chOff x="-382524" y="605550"/>
            <a:chExt cx="8340340" cy="5271001"/>
          </a:xfrm>
        </p:grpSpPr>
        <p:grpSp>
          <p:nvGrpSpPr>
            <p:cNvPr id="318" name="Google Shape;318;p24"/>
            <p:cNvGrpSpPr/>
            <p:nvPr/>
          </p:nvGrpSpPr>
          <p:grpSpPr>
            <a:xfrm>
              <a:off x="1594176" y="4176125"/>
              <a:ext cx="1700426" cy="1700426"/>
              <a:chOff x="1125364" y="878389"/>
              <a:chExt cx="859800" cy="859800"/>
            </a:xfrm>
          </p:grpSpPr>
          <p:sp>
            <p:nvSpPr>
              <p:cNvPr id="319" name="Google Shape;319;p24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0" name="Google Shape;320;p24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321" name="Google Shape;321;p24"/>
            <p:cNvGrpSpPr/>
            <p:nvPr/>
          </p:nvGrpSpPr>
          <p:grpSpPr>
            <a:xfrm rot="-5400000">
              <a:off x="-382524" y="1967989"/>
              <a:ext cx="859800" cy="859800"/>
              <a:chOff x="1125364" y="878389"/>
              <a:chExt cx="859800" cy="859800"/>
            </a:xfrm>
          </p:grpSpPr>
          <p:sp>
            <p:nvSpPr>
              <p:cNvPr id="322" name="Google Shape;322;p24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3" name="Google Shape;323;p24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324" name="Google Shape;324;p24"/>
            <p:cNvGrpSpPr/>
            <p:nvPr/>
          </p:nvGrpSpPr>
          <p:grpSpPr>
            <a:xfrm rot="5400000">
              <a:off x="7242997" y="605550"/>
              <a:ext cx="714820" cy="714820"/>
              <a:chOff x="771846" y="524889"/>
              <a:chExt cx="1566900" cy="1566900"/>
            </a:xfrm>
          </p:grpSpPr>
          <p:sp>
            <p:nvSpPr>
              <p:cNvPr id="325" name="Google Shape;325;p24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3" extrusionOk="0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</a:pPr>
                <a:endParaRPr sz="2400" kern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6" name="Google Shape;326;p24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name="adj1" fmla="val 16200000"/>
                  <a:gd name="adj2" fmla="val 5338847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 panose="020B0604020202020204"/>
                  <a:buNone/>
                </a:pPr>
                <a:endParaRPr sz="1865" kern="0">
                  <a:solidFill>
                    <a:srgbClr val="000000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grpSp>
        <p:nvGrpSpPr>
          <p:cNvPr id="327" name="Google Shape;327;p24"/>
          <p:cNvGrpSpPr/>
          <p:nvPr/>
        </p:nvGrpSpPr>
        <p:grpSpPr>
          <a:xfrm>
            <a:off x="11401760" y="364112"/>
            <a:ext cx="294800" cy="6131152"/>
            <a:chOff x="8551320" y="273084"/>
            <a:chExt cx="221100" cy="4598364"/>
          </a:xfrm>
        </p:grpSpPr>
        <p:sp>
          <p:nvSpPr>
            <p:cNvPr id="328" name="Google Shape;328;p24"/>
            <p:cNvSpPr/>
            <p:nvPr/>
          </p:nvSpPr>
          <p:spPr>
            <a:xfrm rot="2700000">
              <a:off x="8584016" y="305580"/>
              <a:ext cx="15570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 rot="2700000">
              <a:off x="8582533" y="4683893"/>
              <a:ext cx="15867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9EB63-1D48-4A93-A2F0-BCECE8A01F22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FCE3-34CB-4D16-9E9C-5833A3759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445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533400"/>
            <a:ext cx="10261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905000"/>
            <a:ext cx="5029200" cy="40386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050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48400" y="40005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16000" y="6391275"/>
            <a:ext cx="2743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70400" y="640397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E5C2B39-41CE-4863-933B-9953C7ECCD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2187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533400"/>
            <a:ext cx="10261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905000"/>
            <a:ext cx="5029200" cy="40386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905000"/>
            <a:ext cx="5029200" cy="40386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6000" y="6391275"/>
            <a:ext cx="2743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70400" y="640397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D6381EA-8B7B-49E7-8F9F-4093282135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94563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533400"/>
            <a:ext cx="10261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16000" y="1905000"/>
            <a:ext cx="10261600" cy="40386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91275"/>
            <a:ext cx="2743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40397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2904EF8-1A1C-4FDB-9FFE-0B491BC27E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0115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0" y="533400"/>
            <a:ext cx="10261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16000" y="19050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050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16000" y="40005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000500"/>
            <a:ext cx="5029200" cy="19431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16000" y="6391275"/>
            <a:ext cx="2743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470400" y="640397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2700836-6EEA-457A-8716-5CD18F7C65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13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85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536633"/>
            <a:ext cx="1028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●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○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■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●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○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■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●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y"/>
              <a:buChar char="○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Glory"/>
              <a:buChar char="■"/>
              <a:defRPr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735" r:id="rId24"/>
    <p:sldLayoutId id="2147483736" r:id="rId25"/>
    <p:sldLayoutId id="2147483737" r:id="rId26"/>
    <p:sldLayoutId id="2147483738" r:id="rId27"/>
    <p:sldLayoutId id="2147483739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image" Target="../media/image2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36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3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0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28"/>
          <p:cNvGrpSpPr/>
          <p:nvPr/>
        </p:nvGrpSpPr>
        <p:grpSpPr>
          <a:xfrm>
            <a:off x="11262494" y="-158825"/>
            <a:ext cx="1446528" cy="1446528"/>
            <a:chOff x="1125364" y="878389"/>
            <a:chExt cx="859800" cy="859800"/>
          </a:xfrm>
        </p:grpSpPr>
        <p:sp>
          <p:nvSpPr>
            <p:cNvPr id="343" name="Google Shape;343;p28"/>
            <p:cNvSpPr/>
            <p:nvPr/>
          </p:nvSpPr>
          <p:spPr>
            <a:xfrm rot="5400000">
              <a:off x="1208150" y="960625"/>
              <a:ext cx="694226" cy="695345"/>
            </a:xfrm>
            <a:custGeom>
              <a:avLst/>
              <a:gdLst/>
              <a:ahLst/>
              <a:cxnLst/>
              <a:rect l="l" t="t" r="r" b="b"/>
              <a:pathLst>
                <a:path w="523" h="523" extrusionOk="0">
                  <a:moveTo>
                    <a:pt x="261" y="523"/>
                  </a:moveTo>
                  <a:cubicBezTo>
                    <a:pt x="261" y="523"/>
                    <a:pt x="261" y="523"/>
                    <a:pt x="261" y="523"/>
                  </a:cubicBezTo>
                  <a:cubicBezTo>
                    <a:pt x="406" y="523"/>
                    <a:pt x="523" y="406"/>
                    <a:pt x="523" y="261"/>
                  </a:cubicBezTo>
                  <a:cubicBezTo>
                    <a:pt x="523" y="261"/>
                    <a:pt x="523" y="261"/>
                    <a:pt x="523" y="261"/>
                  </a:cubicBezTo>
                  <a:cubicBezTo>
                    <a:pt x="523" y="117"/>
                    <a:pt x="406" y="0"/>
                    <a:pt x="261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117" y="0"/>
                    <a:pt x="0" y="117"/>
                    <a:pt x="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406"/>
                    <a:pt x="117" y="523"/>
                    <a:pt x="261" y="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</a:pPr>
              <a:endParaRPr sz="2400" kern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125364" y="878389"/>
              <a:ext cx="859800" cy="859800"/>
            </a:xfrm>
            <a:prstGeom prst="arc">
              <a:avLst>
                <a:gd name="adj1" fmla="val 16200000"/>
                <a:gd name="adj2" fmla="val 533884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 panose="020B0604020202020204"/>
                <a:buNone/>
              </a:pPr>
              <a:endParaRPr sz="1865" kern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882728" y="2276628"/>
            <a:ext cx="5078993" cy="1933234"/>
          </a:xfrm>
          <a:prstGeom prst="rect">
            <a:avLst/>
          </a:prstGeom>
          <a:solidFill>
            <a:srgbClr val="E6D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0" name="Google Shape;340;p28"/>
          <p:cNvSpPr txBox="1">
            <a:spLocks noGrp="1"/>
          </p:cNvSpPr>
          <p:nvPr>
            <p:ph type="ctrTitle"/>
          </p:nvPr>
        </p:nvSpPr>
        <p:spPr>
          <a:xfrm>
            <a:off x="882728" y="1872320"/>
            <a:ext cx="4404496" cy="260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Neural</a:t>
            </a:r>
            <a:br>
              <a:rPr lang="en-IN" b="1" dirty="0">
                <a:latin typeface="Montserrat" panose="00000500000000000000" pitchFamily="2" charset="0"/>
              </a:rPr>
            </a:br>
            <a:r>
              <a:rPr lang="en-IN" b="1" dirty="0">
                <a:latin typeface="Montserrat" panose="00000500000000000000" pitchFamily="2" charset="0"/>
              </a:rPr>
              <a:t>Networks</a:t>
            </a:r>
            <a:endParaRPr b="1" dirty="0">
              <a:latin typeface="Montserrat" panose="000005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13" y="1597063"/>
            <a:ext cx="5165184" cy="3151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60000" y="191412"/>
            <a:ext cx="102784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A Neural Network</a:t>
            </a:r>
            <a:endParaRPr lang="en-GB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0120" y="1022985"/>
            <a:ext cx="10329545" cy="269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 neural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is a biological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neural networks in the human brain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to process the information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. It consists of interconnected nodes, called neurons, organized in layers. </a:t>
            </a:r>
          </a:p>
          <a:p>
            <a:pPr marL="342900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342900" indent="-342900">
              <a:lnSpc>
                <a:spcPts val="288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Artificial Neural Network (ANN) refers to neural networks that are designed and used by humans to solve specific tasks in artificial intelligence and machine learning.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60000" y="66317"/>
            <a:ext cx="102784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Evolution of Neural Networks</a:t>
            </a:r>
            <a:endParaRPr lang="en-GB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8397" y="667911"/>
            <a:ext cx="10582366" cy="60816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1940s-1950s: Early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Concepts of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Neural networks originated for mathematical model of artificial neurons. </a:t>
            </a:r>
            <a:endParaRPr lang="en-US" sz="2000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1960s-1970s: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Perceptron's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characterized this era. </a:t>
            </a:r>
            <a:endParaRPr lang="en-US" sz="2000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1980s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 Backpropagation and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Connectionism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1990s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 Neural networks surged with applications in image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recognition.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2000s: L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everaging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numerous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layers and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revolutionized various domains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2010s-Present: Deep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Learning.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60000" y="66317"/>
            <a:ext cx="102784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Types of </a:t>
            </a:r>
            <a:r>
              <a:rPr lang="en-US" dirty="0" smtClean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ANNs</a:t>
            </a:r>
            <a:br>
              <a:rPr lang="en-US" dirty="0" smtClean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</a:br>
            <a:endParaRPr lang="en-GB" dirty="0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sp>
        <p:nvSpPr>
          <p:cNvPr id="11" name="Google Shape;369;p31"/>
          <p:cNvSpPr txBox="1">
            <a:spLocks noGrp="1"/>
          </p:cNvSpPr>
          <p:nvPr/>
        </p:nvSpPr>
        <p:spPr>
          <a:xfrm>
            <a:off x="263951" y="2092751"/>
            <a:ext cx="11548276" cy="3506771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0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4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algn="l">
              <a:lnSpc>
                <a:spcPct val="110000"/>
              </a:lnSpc>
            </a:pPr>
            <a:endParaRPr lang="en-GB" sz="1600" b="1">
              <a:latin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41402" y="876694"/>
            <a:ext cx="11774078" cy="51070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Montserrat" panose="02000505000000020004" pitchFamily="2" charset="0"/>
                <a:ea typeface="Prata"/>
                <a:cs typeface="Montserrat ExtraBold" panose="00000900000000000000" charset="0"/>
                <a:sym typeface="Prata"/>
              </a:rPr>
              <a:t>Feedforward Neural Network (FNN) are for classification and regression.</a:t>
            </a: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dk1"/>
              </a:solidFill>
              <a:latin typeface="Montserrat" panose="02000505000000020004" pitchFamily="2" charset="0"/>
              <a:ea typeface="Prata"/>
              <a:cs typeface="Montserrat ExtraBold" panose="00000900000000000000" charset="0"/>
              <a:sym typeface="Prata"/>
            </a:endParaRP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Montserrat" panose="02000505000000020004" pitchFamily="2" charset="0"/>
                <a:ea typeface="Prata"/>
                <a:cs typeface="Montserrat ExtraBold" panose="00000900000000000000" charset="0"/>
                <a:sym typeface="Prata"/>
              </a:rPr>
              <a:t>Convolutional Neural Network (CNN) accepts Designed grid-like data for video recognition tasks.</a:t>
            </a: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dk1"/>
              </a:solidFill>
              <a:latin typeface="Montserrat" panose="02000505000000020004" pitchFamily="2" charset="0"/>
              <a:ea typeface="Prata"/>
              <a:cs typeface="Montserrat ExtraBold" panose="00000900000000000000" charset="0"/>
              <a:sym typeface="Prata"/>
            </a:endParaRP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Montserrat" panose="02000505000000020004" pitchFamily="2" charset="0"/>
                <a:ea typeface="Prata"/>
                <a:cs typeface="Montserrat ExtraBold" panose="00000900000000000000" charset="0"/>
                <a:sym typeface="Prata"/>
              </a:rPr>
              <a:t>Recurrent Neural Network (RNN) are for language modeling.</a:t>
            </a: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dk1"/>
              </a:solidFill>
              <a:latin typeface="Montserrat" panose="02000505000000020004" pitchFamily="2" charset="0"/>
              <a:ea typeface="Prata"/>
              <a:cs typeface="Montserrat ExtraBold" panose="00000900000000000000" charset="0"/>
              <a:sym typeface="Prata"/>
            </a:endParaRP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Montserrat" panose="02000505000000020004" pitchFamily="2" charset="0"/>
                <a:ea typeface="Prata"/>
                <a:cs typeface="Montserrat ExtraBold" panose="00000900000000000000" charset="0"/>
                <a:sym typeface="Prata"/>
              </a:rPr>
              <a:t>Long Short-Term Memory (LSTM) for machine translation and sentiment analysis.</a:t>
            </a:r>
          </a:p>
          <a:p>
            <a:pPr marL="342900" lvl="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dk1"/>
              </a:solidFill>
              <a:latin typeface="Montserrat" panose="02000505000000020004" pitchFamily="2" charset="0"/>
              <a:ea typeface="Prata"/>
              <a:cs typeface="Montserrat ExtraBold" panose="00000900000000000000" charset="0"/>
              <a:sym typeface="Prata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Montserrat" panose="02000505000000020004" pitchFamily="2" charset="0"/>
                <a:ea typeface="Prata"/>
                <a:cs typeface="Montserrat ExtraBold" panose="00000900000000000000" charset="0"/>
                <a:sym typeface="Prata"/>
              </a:rPr>
              <a:t>Generative Adversarial Network (GAN): for image synthesis and data augmentation.</a:t>
            </a:r>
            <a:endParaRPr lang="en-IN" sz="2400" dirty="0">
              <a:solidFill>
                <a:schemeClr val="dk1"/>
              </a:solidFill>
              <a:latin typeface="Montserrat" panose="02000505000000020004" pitchFamily="2" charset="0"/>
              <a:ea typeface="Prata"/>
              <a:cs typeface="Montserrat ExtraBold" panose="00000900000000000000" charset="0"/>
              <a:sym typeface="Prata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923575"/>
            <a:ext cx="843080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0907" y="-881664"/>
            <a:ext cx="16213813" cy="862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3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288"/>
            <a:ext cx="10282989" cy="65852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68" y="622846"/>
            <a:ext cx="790685" cy="5430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789" y="3843041"/>
            <a:ext cx="876422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1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207" y="928338"/>
            <a:ext cx="4553585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1195075"/>
            <a:ext cx="6878010" cy="44678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000" y="4297830"/>
            <a:ext cx="244826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8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26" y="837653"/>
            <a:ext cx="7964011" cy="43154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305" y="827585"/>
            <a:ext cx="1038370" cy="8287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605" y="3438711"/>
            <a:ext cx="98121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1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5" y="208547"/>
            <a:ext cx="11085094" cy="665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6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442760"/>
            <a:ext cx="7468642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0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208347"/>
            <a:ext cx="5277587" cy="38772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589" y="197625"/>
            <a:ext cx="2934109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9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1237944"/>
            <a:ext cx="7106642" cy="43821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486" y="5598643"/>
            <a:ext cx="453453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3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7" y="876537"/>
            <a:ext cx="11713399" cy="48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9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6" y="291474"/>
            <a:ext cx="11324702" cy="625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1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152207"/>
            <a:ext cx="8878539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1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31" y="928338"/>
            <a:ext cx="8335538" cy="50013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2230" y="6082108"/>
            <a:ext cx="1347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Input nodes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973053" y="5997101"/>
            <a:ext cx="147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Hidden nodes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267074" y="6027366"/>
            <a:ext cx="994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Output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4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952154"/>
            <a:ext cx="7640116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1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60000" y="249832"/>
            <a:ext cx="102784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An Artificial Neural Network</a:t>
            </a:r>
            <a:endParaRPr lang="en-GB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10705" y="1244338"/>
            <a:ext cx="10237509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Architecture</a:t>
            </a: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 ANNs typically consist of three types of layers</a:t>
            </a: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Input Layer: Receives input data and passes it to the next layer</a:t>
            </a: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Hidden Layers: Intermediate layers between the input and output layers. Each neuron in these layers applies weights to the input data and passes the result to the next layer</a:t>
            </a: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Output Layer: Produces the final output based on the processed data from the hidden </a:t>
            </a: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layers.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60000" y="66317"/>
            <a:ext cx="10278400" cy="8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A perceptron</a:t>
            </a:r>
            <a:endParaRPr lang="en-GB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23455" y="1875155"/>
            <a:ext cx="4762500" cy="2247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33382" y="5173260"/>
            <a:ext cx="5696745" cy="121937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01700" y="996315"/>
            <a:ext cx="6096000" cy="3811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 perceptron processes multiple binary inputs, x1,x2,…, and produces a single binary output. </a:t>
            </a:r>
            <a:endParaRPr lang="en-US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algn="l">
              <a:lnSpc>
                <a:spcPts val="2880"/>
              </a:lnSpc>
            </a:pPr>
            <a:endParaRPr lang="en-US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algn="l">
              <a:lnSpc>
                <a:spcPts val="2880"/>
              </a:lnSpc>
            </a:pP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Each </a:t>
            </a: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input is associated with a weight w1,w2,w3, which signifies the importance of that input to the output. </a:t>
            </a:r>
            <a:endParaRPr lang="en-US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algn="l">
              <a:lnSpc>
                <a:spcPts val="2880"/>
              </a:lnSpc>
            </a:pPr>
            <a:endParaRPr lang="en-US" dirty="0" smtClean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  <a:p>
            <a:pPr algn="l">
              <a:lnSpc>
                <a:spcPts val="2880"/>
              </a:lnSpc>
            </a:pPr>
            <a:r>
              <a:rPr lang="en-US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The </a:t>
            </a: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neuron's output, either 0 or 1, hinges on whether the weighted sum of ​∑</a:t>
            </a:r>
            <a:r>
              <a:rPr lang="en-US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jwjxj</a:t>
            </a:r>
            <a:r>
              <a:rPr lang="en-US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to surpasses a specified threshold value.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486" y="1536700"/>
            <a:ext cx="7247028" cy="455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3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404390"/>
            <a:ext cx="10050278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6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56945" y="326390"/>
            <a:ext cx="10278110" cy="92773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Activation Function</a:t>
            </a:r>
            <a:endParaRPr lang="en-GB">
              <a:latin typeface="Montserrat ExtraBold" panose="00000900000000000000" charset="0"/>
              <a:cs typeface="Montserrat ExtraBold" panose="00000900000000000000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39240" y="1091565"/>
            <a:ext cx="9112885" cy="347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Every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activation function (or non-linearity) takes a single number and performs a certain fixed mathematical operation on it. There are several activation functions you may encounter in practice: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Sigmoid: takes a real-valued input and squashes it to range between 0 and 1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	σ(x) = 1 / (1 + </a:t>
            </a:r>
            <a:r>
              <a:rPr lang="en-US" sz="20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exp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(−x))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tanh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 takes a real-valued input and squashes it to the range [-1, 1]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               </a:t>
            </a:r>
            <a:r>
              <a:rPr lang="en-US" sz="20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tanh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(x) = 2σ(2x) − 1</a:t>
            </a:r>
            <a:endParaRPr lang="en-US" sz="20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ReLU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: </a:t>
            </a:r>
            <a:r>
              <a:rPr lang="en-US" sz="20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ReLU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stands for Rectified Linear Unit. It takes a real-valued input and thresholds it at 	zero (replaces negative values with zero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):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</a:t>
            </a:r>
            <a:r>
              <a:rPr lang="en-US" sz="2000" dirty="0" smtClean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</a:t>
            </a:r>
            <a:r>
              <a:rPr lang="en-US" sz="20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f(x) = max(0, x)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19300" y="5168900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Notes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964676" y="150836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Importing Necessary Libraries</a:t>
            </a:r>
          </a:p>
          <a:p>
            <a:r>
              <a:rPr lang="en-US" dirty="0"/>
              <a:t>Loading the Dataset</a:t>
            </a:r>
          </a:p>
          <a:p>
            <a:r>
              <a:rPr lang="en-US" dirty="0"/>
              <a:t>Splitting Dataset into Input and Output Variables</a:t>
            </a:r>
          </a:p>
          <a:p>
            <a:r>
              <a:rPr lang="en-US" dirty="0"/>
              <a:t>Defining the </a:t>
            </a:r>
            <a:r>
              <a:rPr lang="en-US" dirty="0" err="1" smtClean="0"/>
              <a:t>tf.Keras</a:t>
            </a:r>
            <a:r>
              <a:rPr lang="en-US" dirty="0" smtClean="0"/>
              <a:t> </a:t>
            </a:r>
            <a:r>
              <a:rPr lang="en-US" dirty="0"/>
              <a:t>Model</a:t>
            </a:r>
          </a:p>
          <a:p>
            <a:r>
              <a:rPr lang="en-US" dirty="0"/>
              <a:t>Compiling the Model</a:t>
            </a:r>
          </a:p>
          <a:p>
            <a:r>
              <a:rPr lang="en-US" dirty="0"/>
              <a:t>Fitting the Model</a:t>
            </a:r>
          </a:p>
          <a:p>
            <a:r>
              <a:rPr lang="en-US" dirty="0"/>
              <a:t>Evaluating the Model</a:t>
            </a:r>
          </a:p>
        </p:txBody>
      </p:sp>
    </p:spTree>
    <p:extLst>
      <p:ext uri="{BB962C8B-B14F-4D97-AF65-F5344CB8AC3E}">
        <p14:creationId xmlns:p14="http://schemas.microsoft.com/office/powerpoint/2010/main" val="304514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956945" y="327025"/>
            <a:ext cx="10278110" cy="7924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latin typeface="Montserrat ExtraBold" panose="00000900000000000000" charset="0"/>
                <a:cs typeface="Montserrat ExtraBold" panose="00000900000000000000" charset="0"/>
                <a:sym typeface="+mn-ea"/>
              </a:rPr>
              <a:t>Python Code</a:t>
            </a:r>
            <a:endParaRPr lang="en-US" sz="3200" dirty="0">
              <a:latin typeface="Montserrat ExtraBold" panose="00000900000000000000" charset="0"/>
              <a:cs typeface="Montserrat ExtraBold" panose="00000900000000000000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50977" y="1054735"/>
            <a:ext cx="4943728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first neural network with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keras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make predictions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from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numpy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import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loadtxt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from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tensorflow.keras.models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import Sequential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from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tensorflow.keras.layers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import Dense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load the dataset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dataset =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loadtxt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('pima-indians-diabetes.csv', delimiter=',')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split into input (X) and output (y) variables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X = dataset[:,0:8]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y = dataset[:,8]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define the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keras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model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 = Sequential()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model.add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(Dense(12,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input_shape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=(8,), activation='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relu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'))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model.add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(Dense(8, activation='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relu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'))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model.add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(Dense(1, activation='sigmoid'))</a:t>
            </a:r>
            <a:endParaRPr lang="en-US" sz="16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86755" y="1119505"/>
            <a:ext cx="58178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compile the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keras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model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model.compile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(loss='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binary_crossentropy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', optimizer='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adam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', metrics=['accuracy'])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fit the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keras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model on the dataset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model.fit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(X, y, epochs=150,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batch_size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=10, verbose=0)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make class predictions with the model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predictions = (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model.predict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(X) &gt; 0.5).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astype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int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# summarize the first 5 cases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for 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 in range(5):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	print('%s =&gt; %d (expected %d)' % (X[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].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tolist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(), predictions[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], y[</a:t>
            </a:r>
            <a:r>
              <a:rPr lang="en-IN" sz="1600" dirty="0" err="1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i</a:t>
            </a:r>
            <a:r>
              <a:rPr lang="en-IN" sz="1600" dirty="0">
                <a:latin typeface="Montserrat" panose="00000500000000000000" pitchFamily="2" charset="0"/>
                <a:cs typeface="Montserrat" panose="00000500000000000000" pitchFamily="2" charset="0"/>
                <a:sym typeface="+mn-ea"/>
              </a:rPr>
              <a:t>]))</a:t>
            </a:r>
            <a:endParaRPr lang="en-IN" sz="1600" dirty="0">
              <a:latin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endParaRPr lang="en-US" sz="1600" dirty="0">
              <a:latin typeface="Montserrat" panose="00000500000000000000" pitchFamily="2" charset="0"/>
              <a:cs typeface="Montserrat" panose="00000500000000000000" pitchFamily="2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12" y="-82731"/>
            <a:ext cx="8261775" cy="702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4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381418"/>
              </p:ext>
            </p:extLst>
          </p:nvPr>
        </p:nvGraphicFramePr>
        <p:xfrm>
          <a:off x="266700" y="533399"/>
          <a:ext cx="11696700" cy="6070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24175">
                  <a:extLst>
                    <a:ext uri="{9D8B030D-6E8A-4147-A177-3AD203B41FA5}">
                      <a16:colId xmlns:a16="http://schemas.microsoft.com/office/drawing/2014/main" val="128167866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3516450395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320242153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1710189179"/>
                    </a:ext>
                  </a:extLst>
                </a:gridCol>
              </a:tblGrid>
              <a:tr h="361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Layer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Type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Number of Nodes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Description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33621"/>
                  </a:ext>
                </a:extLst>
              </a:tr>
              <a:tr h="1150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Input Layer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Flatten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784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Flattens the 28x28 input images into a 1D array.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49004"/>
                  </a:ext>
                </a:extLst>
              </a:tr>
              <a:tr h="1506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Hidden Layer 1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Dense (</a:t>
                      </a:r>
                      <a:r>
                        <a:rPr lang="en-US" sz="2000" b="1" baseline="0" dirty="0" err="1">
                          <a:solidFill>
                            <a:srgbClr val="C00000"/>
                          </a:solidFill>
                          <a:effectLst/>
                        </a:rPr>
                        <a:t>ReLU</a:t>
                      </a: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)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128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Fully connected layer with 128 nodes and ReLU activation.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515048"/>
                  </a:ext>
                </a:extLst>
              </a:tr>
              <a:tr h="1506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Hidden Layer 2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Dense (</a:t>
                      </a:r>
                      <a:r>
                        <a:rPr lang="en-US" sz="2000" b="1" baseline="0" dirty="0" err="1">
                          <a:solidFill>
                            <a:srgbClr val="C00000"/>
                          </a:solidFill>
                          <a:effectLst/>
                        </a:rPr>
                        <a:t>ReLU</a:t>
                      </a: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)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64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Fully connected layer with 64 nodes and </a:t>
                      </a:r>
                      <a:r>
                        <a:rPr lang="en-US" sz="2000" b="1" baseline="0" dirty="0" err="1">
                          <a:solidFill>
                            <a:srgbClr val="C00000"/>
                          </a:solidFill>
                          <a:effectLst/>
                        </a:rPr>
                        <a:t>ReLU</a:t>
                      </a: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 activation.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579703"/>
                  </a:ext>
                </a:extLst>
              </a:tr>
              <a:tr h="15455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Output Layer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>
                          <a:solidFill>
                            <a:srgbClr val="C00000"/>
                          </a:solidFill>
                          <a:effectLst/>
                        </a:rPr>
                        <a:t>Dense (Softmax)</a:t>
                      </a:r>
                      <a:endParaRPr lang="en-IN" sz="2000" b="1" baseline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10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Fully connected layer for 10 classes with </a:t>
                      </a:r>
                      <a:r>
                        <a:rPr lang="en-US" sz="2000" b="1" baseline="0" dirty="0" err="1">
                          <a:solidFill>
                            <a:srgbClr val="C00000"/>
                          </a:solidFill>
                          <a:effectLst/>
                        </a:rPr>
                        <a:t>softmax</a:t>
                      </a:r>
                      <a:r>
                        <a:rPr lang="en-US" sz="2000" b="1" baseline="0" dirty="0">
                          <a:solidFill>
                            <a:srgbClr val="C00000"/>
                          </a:solidFill>
                          <a:effectLst/>
                        </a:rPr>
                        <a:t> activation.</a:t>
                      </a:r>
                      <a:endParaRPr lang="en-IN" sz="2000" b="1" baseline="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346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09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42900" y="797848"/>
            <a:ext cx="533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Example Architectures: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1: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Input Layer: 784 nodes (flattened 28x28 image)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1: 128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2: 64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Output Layer: 10 nodes (for 10 classes)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2: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Input Layer: 784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1: 256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2: 128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3: 64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Output Layer: 10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3: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Input Layer: 784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1: 512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2: 256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Output Layer: 10 </a:t>
            </a:r>
            <a:r>
              <a:rPr lang="en-IN" dirty="0" smtClean="0"/>
              <a:t>nodes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502400" y="1333500"/>
            <a:ext cx="4622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4: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Input Layer: 784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1: 256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Output Layer: 10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Architecture 5: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Input Layer: 784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1: 128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Hidden Layer 2: 128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Output Layer: 10 nodes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63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787401"/>
            <a:ext cx="112903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Best </a:t>
            </a:r>
            <a:r>
              <a:rPr lang="en-US" sz="3200" b="1" dirty="0"/>
              <a:t>for Faster Training and Simpler Model</a:t>
            </a:r>
            <a:r>
              <a:rPr lang="en-US" sz="3200" dirty="0"/>
              <a:t>: </a:t>
            </a:r>
            <a:r>
              <a:rPr lang="en-US" sz="3200" b="1" dirty="0"/>
              <a:t>Architecture 1</a:t>
            </a:r>
            <a:r>
              <a:rPr lang="en-US" sz="3200" dirty="0"/>
              <a:t>. It is slightly better at generalizing to new data, and its simpler design might make it more suitable when computational resources are limited.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Best for Training Performance</a:t>
            </a:r>
            <a:r>
              <a:rPr lang="en-US" sz="3200" dirty="0"/>
              <a:t>: </a:t>
            </a:r>
            <a:r>
              <a:rPr lang="en-US" sz="3200" b="1" dirty="0"/>
              <a:t>Architecture 3</a:t>
            </a:r>
            <a:r>
              <a:rPr lang="en-US" sz="3200" dirty="0"/>
              <a:t>. It has a slightly higher training accuracy and can fit the data better, but might not generalize as well to unseen data, which is important when working with real-world data.</a:t>
            </a:r>
          </a:p>
        </p:txBody>
      </p:sp>
    </p:spTree>
    <p:extLst>
      <p:ext uri="{BB962C8B-B14F-4D97-AF65-F5344CB8AC3E}">
        <p14:creationId xmlns:p14="http://schemas.microsoft.com/office/powerpoint/2010/main" val="209530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117693"/>
            <a:ext cx="11963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Rule of Thumb for Batch Size</a:t>
            </a:r>
            <a:r>
              <a:rPr lang="en-US" sz="2400" b="1" dirty="0" smtClean="0"/>
              <a:t>: </a:t>
            </a:r>
          </a:p>
          <a:p>
            <a:pPr algn="just"/>
            <a:r>
              <a:rPr lang="en-US" sz="2400" b="1" dirty="0" smtClean="0"/>
              <a:t>For </a:t>
            </a:r>
            <a:r>
              <a:rPr lang="en-US" sz="2400" b="1" dirty="0"/>
              <a:t>small datasets: Try smaller batch sizes (32, 64). This can help improve generalization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For </a:t>
            </a:r>
            <a:r>
              <a:rPr lang="en-US" sz="2400" b="1" dirty="0"/>
              <a:t>large datasets: You might be able to use larger batch sizes (128, 256) as these can take advantage of computational efficiency while still allowing for reasonable generalization</a:t>
            </a:r>
            <a:r>
              <a:rPr lang="en-US" sz="2400" b="1" dirty="0" smtClean="0"/>
              <a:t>.</a:t>
            </a:r>
            <a:endParaRPr lang="en-US" sz="2400" b="1" dirty="0"/>
          </a:p>
          <a:p>
            <a:pPr algn="just"/>
            <a:r>
              <a:rPr lang="en-US" sz="2400" b="1" dirty="0" smtClean="0"/>
              <a:t>Common </a:t>
            </a:r>
            <a:r>
              <a:rPr lang="en-US" sz="2400" b="1" dirty="0"/>
              <a:t>Batch Sizes</a:t>
            </a:r>
            <a:r>
              <a:rPr lang="en-US" sz="2400" b="1" dirty="0" smtClean="0"/>
              <a:t>:</a:t>
            </a:r>
          </a:p>
          <a:p>
            <a:pPr algn="just"/>
            <a:r>
              <a:rPr lang="en-US" sz="2400" b="1" dirty="0" smtClean="0"/>
              <a:t>32</a:t>
            </a:r>
            <a:r>
              <a:rPr lang="en-US" sz="2400" b="1" dirty="0"/>
              <a:t>: Common starting point, well-balanced between stability and speed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64-128</a:t>
            </a:r>
            <a:r>
              <a:rPr lang="en-US" sz="2400" b="1" dirty="0"/>
              <a:t>: Often used for larger datasets and models, works well when training on GPUs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256 </a:t>
            </a:r>
            <a:r>
              <a:rPr lang="en-US" sz="2400" b="1" dirty="0"/>
              <a:t>or larger: Can be used for very large datasets and powerful hardware, but watch out for </a:t>
            </a:r>
            <a:r>
              <a:rPr lang="en-US" sz="2400" b="1" dirty="0" smtClean="0"/>
              <a:t>overfitting.</a:t>
            </a:r>
          </a:p>
          <a:p>
            <a:pPr algn="just"/>
            <a:r>
              <a:rPr lang="en-US" sz="2400" b="1" dirty="0" smtClean="0"/>
              <a:t> </a:t>
            </a:r>
            <a:r>
              <a:rPr lang="en-US" sz="2400" b="1" dirty="0"/>
              <a:t>Example Workflow</a:t>
            </a:r>
            <a:r>
              <a:rPr lang="en-US" sz="2400" b="1" dirty="0" smtClean="0"/>
              <a:t>:</a:t>
            </a:r>
          </a:p>
          <a:p>
            <a:pPr algn="just"/>
            <a:r>
              <a:rPr lang="en-US" sz="2400" b="1" dirty="0" smtClean="0"/>
              <a:t>Step </a:t>
            </a:r>
            <a:r>
              <a:rPr lang="en-US" sz="2400" b="1" dirty="0"/>
              <a:t>1: Start with a moderate batch size (e.g., 32 or 64</a:t>
            </a:r>
            <a:r>
              <a:rPr lang="en-US" sz="2400" b="1" dirty="0" smtClean="0"/>
              <a:t>).</a:t>
            </a:r>
          </a:p>
          <a:p>
            <a:pPr algn="just"/>
            <a:r>
              <a:rPr lang="en-US" sz="2400" b="1" dirty="0" smtClean="0"/>
              <a:t>Step </a:t>
            </a:r>
            <a:r>
              <a:rPr lang="en-US" sz="2400" b="1" dirty="0"/>
              <a:t>2: Train the model for a few epochs and monitor the training and validation accuracy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Step </a:t>
            </a:r>
            <a:r>
              <a:rPr lang="en-US" sz="2400" b="1" dirty="0"/>
              <a:t>3: If training is too slow, try a larger batch size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Step </a:t>
            </a:r>
            <a:r>
              <a:rPr lang="en-US" sz="2400" b="1" dirty="0"/>
              <a:t>4: If the model </a:t>
            </a:r>
            <a:r>
              <a:rPr lang="en-US" sz="2400" b="1" dirty="0" err="1"/>
              <a:t>overfits</a:t>
            </a:r>
            <a:r>
              <a:rPr lang="en-US" sz="2400" b="1" dirty="0"/>
              <a:t> or doesn't generalize well, try a smaller batch size.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7096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95546" y="1065229"/>
            <a:ext cx="10501459" cy="302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Variability is Normal:</a:t>
            </a:r>
            <a:endParaRPr lang="en-IN" sz="2400" dirty="0">
              <a:ea typeface="MS Mincho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neural networks are not deterministic and that slight variations in accuracy are to be expected due to randomness in training.</a:t>
            </a:r>
            <a:endParaRPr lang="en-IN" sz="2400" dirty="0"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Real-World Acceptance:</a:t>
            </a:r>
            <a:endParaRPr lang="en-IN" sz="2400" dirty="0">
              <a:ea typeface="MS Mincho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In real-world applications, a slight variation (e.g., ±2%) is acceptable as long as the model performs well on average</a:t>
            </a:r>
            <a:endParaRPr lang="en-IN" sz="2400" dirty="0">
              <a:effectLst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17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686800" cy="762000"/>
          </a:xfrm>
        </p:spPr>
        <p:txBody>
          <a:bodyPr/>
          <a:lstStyle/>
          <a:p>
            <a:r>
              <a:rPr lang="en-US" altLang="ko-KR">
                <a:ea typeface="굴림" pitchFamily="50" charset="-128"/>
              </a:rPr>
              <a:t>Propagate the inputs forward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219200"/>
            <a:ext cx="7848600" cy="76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3200">
                <a:ea typeface="굴림" pitchFamily="50" charset="-128"/>
              </a:rPr>
              <a:t>For unit j in the input layer, its  output is equal to its input, that is</a:t>
            </a:r>
            <a:r>
              <a:rPr lang="en-US" altLang="ko-KR" sz="2700">
                <a:ea typeface="굴림" pitchFamily="50" charset="-128"/>
              </a:rPr>
              <a:t>,</a:t>
            </a:r>
          </a:p>
          <a:p>
            <a:pPr>
              <a:lnSpc>
                <a:spcPct val="90000"/>
              </a:lnSpc>
            </a:pPr>
            <a:endParaRPr lang="ko-KR" altLang="en-US" sz="2700">
              <a:ea typeface="굴림" pitchFamily="50" charset="-128"/>
            </a:endParaRPr>
          </a:p>
        </p:txBody>
      </p:sp>
      <p:graphicFrame>
        <p:nvGraphicFramePr>
          <p:cNvPr id="20685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162800" y="1828800"/>
          <a:ext cx="11318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3" imgW="482400" imgH="241200" progId="Equation.3">
                  <p:embed/>
                </p:oleObj>
              </mc:Choice>
              <mc:Fallback>
                <p:oleObj name="Equation" r:id="rId3" imgW="482400" imgH="241200" progId="Equation.3">
                  <p:embed/>
                  <p:pic>
                    <p:nvPicPr>
                      <p:cNvPr id="206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828800"/>
                        <a:ext cx="1131888" cy="514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1828800" y="2438400"/>
            <a:ext cx="7924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for input unit j.</a:t>
            </a:r>
          </a:p>
          <a:p>
            <a:pPr>
              <a:buFontTx/>
              <a:buChar char="•"/>
            </a:pPr>
            <a:r>
              <a:rPr lang="en-US" altLang="en-US" sz="2400"/>
              <a:t> The net input  to each unit in the hidden and output layers is computed as follows.</a:t>
            </a:r>
          </a:p>
          <a:p>
            <a:pPr>
              <a:buFontTx/>
              <a:buChar char="•"/>
            </a:pPr>
            <a:r>
              <a:rPr lang="en-US" altLang="en-US" sz="2400"/>
              <a:t>Given a unit j in a hidden or output layer, the net input is</a:t>
            </a:r>
          </a:p>
        </p:txBody>
      </p:sp>
      <p:graphicFrame>
        <p:nvGraphicFramePr>
          <p:cNvPr id="20685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419601" y="4191001"/>
          <a:ext cx="23399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5" imgW="2095200" imgH="571320" progId="Equation.3">
                  <p:embed/>
                </p:oleObj>
              </mc:Choice>
              <mc:Fallback>
                <p:oleObj name="Equation" r:id="rId5" imgW="2095200" imgH="571320" progId="Equation.3">
                  <p:embed/>
                  <p:pic>
                    <p:nvPicPr>
                      <p:cNvPr id="2068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4191001"/>
                        <a:ext cx="2339975" cy="550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1752601" y="4876800"/>
            <a:ext cx="79803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where wij is the weight of the connection from unit i in the previous layer to unit j; Oi is the output of unit I from the previous layer; </a:t>
            </a:r>
          </a:p>
        </p:txBody>
      </p:sp>
      <p:graphicFrame>
        <p:nvGraphicFramePr>
          <p:cNvPr id="206856" name="Object 8"/>
          <p:cNvGraphicFramePr>
            <a:graphicFrameLocks noChangeAspect="1"/>
          </p:cNvGraphicFramePr>
          <p:nvPr/>
        </p:nvGraphicFramePr>
        <p:xfrm>
          <a:off x="4114800" y="5791200"/>
          <a:ext cx="38893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7" imgW="215640" imgH="266400" progId="Equation.3">
                  <p:embed/>
                </p:oleObj>
              </mc:Choice>
              <mc:Fallback>
                <p:oleObj name="Equation" r:id="rId7" imgW="215640" imgH="266400" progId="Equation.3">
                  <p:embed/>
                  <p:pic>
                    <p:nvPicPr>
                      <p:cNvPr id="2068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791200"/>
                        <a:ext cx="388938" cy="630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4724400" y="5943601"/>
            <a:ext cx="2509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is the bias of the unit</a:t>
            </a:r>
          </a:p>
        </p:txBody>
      </p:sp>
    </p:spTree>
    <p:extLst>
      <p:ext uri="{BB962C8B-B14F-4D97-AF65-F5344CB8AC3E}">
        <p14:creationId xmlns:p14="http://schemas.microsoft.com/office/powerpoint/2010/main" val="151031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7696200" cy="838200"/>
          </a:xfrm>
        </p:spPr>
        <p:txBody>
          <a:bodyPr/>
          <a:lstStyle/>
          <a:p>
            <a:r>
              <a:rPr lang="en-US" altLang="ko-KR">
                <a:ea typeface="굴림" pitchFamily="50" charset="-128"/>
              </a:rPr>
              <a:t>Propagate the inputs forward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828800"/>
            <a:ext cx="8458200" cy="3276600"/>
          </a:xfrm>
        </p:spPr>
        <p:txBody>
          <a:bodyPr/>
          <a:lstStyle/>
          <a:p>
            <a:r>
              <a:rPr lang="en-US" altLang="ko-KR" sz="2800">
                <a:ea typeface="굴림" pitchFamily="50" charset="-128"/>
              </a:rPr>
              <a:t>Each unit in the hidden and output layers takes its net input and then applies </a:t>
            </a:r>
            <a:r>
              <a:rPr lang="en-US" altLang="ko-KR" sz="2800">
                <a:solidFill>
                  <a:srgbClr val="862F14"/>
                </a:solidFill>
                <a:ea typeface="굴림" pitchFamily="50" charset="-128"/>
              </a:rPr>
              <a:t>an </a:t>
            </a:r>
            <a:r>
              <a:rPr lang="en-US" altLang="ko-KR" sz="2800">
                <a:solidFill>
                  <a:srgbClr val="FF3300"/>
                </a:solidFill>
                <a:ea typeface="굴림" pitchFamily="50" charset="-128"/>
              </a:rPr>
              <a:t>activation function</a:t>
            </a:r>
            <a:r>
              <a:rPr lang="en-US" altLang="ko-KR" sz="2800">
                <a:ea typeface="굴림" pitchFamily="50" charset="-128"/>
              </a:rPr>
              <a:t>. The function symbolizes the activation of the neuron represented by the unit. It is also called </a:t>
            </a:r>
            <a:r>
              <a:rPr lang="en-US" altLang="ko-KR" sz="2800">
                <a:solidFill>
                  <a:schemeClr val="accent2"/>
                </a:solidFill>
                <a:ea typeface="굴림" pitchFamily="50" charset="-128"/>
              </a:rPr>
              <a:t>a </a:t>
            </a:r>
            <a:r>
              <a:rPr lang="en-US" altLang="ko-KR" sz="2800">
                <a:solidFill>
                  <a:srgbClr val="FF3300"/>
                </a:solidFill>
                <a:ea typeface="굴림" pitchFamily="50" charset="-128"/>
              </a:rPr>
              <a:t>logistic, </a:t>
            </a:r>
            <a:r>
              <a:rPr lang="en-US" altLang="ko-KR" sz="2800">
                <a:solidFill>
                  <a:srgbClr val="3399FF"/>
                </a:solidFill>
                <a:ea typeface="굴림" pitchFamily="50" charset="-128"/>
              </a:rPr>
              <a:t>sigmoid</a:t>
            </a:r>
            <a:r>
              <a:rPr lang="en-US" altLang="ko-KR" sz="2800">
                <a:solidFill>
                  <a:schemeClr val="accent2"/>
                </a:solidFill>
                <a:ea typeface="굴림" pitchFamily="50" charset="-128"/>
              </a:rPr>
              <a:t>, </a:t>
            </a:r>
            <a:r>
              <a:rPr lang="en-US" altLang="ko-KR" sz="2800">
                <a:ea typeface="굴림" pitchFamily="50" charset="-128"/>
              </a:rPr>
              <a:t>or </a:t>
            </a:r>
            <a:r>
              <a:rPr lang="en-US" altLang="ko-KR" sz="2800">
                <a:solidFill>
                  <a:srgbClr val="FF9966"/>
                </a:solidFill>
                <a:ea typeface="굴림" pitchFamily="50" charset="-128"/>
              </a:rPr>
              <a:t>squashing function</a:t>
            </a:r>
            <a:r>
              <a:rPr lang="en-US" altLang="ko-KR" sz="2800">
                <a:solidFill>
                  <a:schemeClr val="accent2"/>
                </a:solidFill>
                <a:ea typeface="굴림" pitchFamily="50" charset="-128"/>
              </a:rPr>
              <a:t>.</a:t>
            </a:r>
          </a:p>
          <a:p>
            <a:r>
              <a:rPr lang="en-US" altLang="ko-KR" sz="3200">
                <a:ea typeface="굴림" pitchFamily="50" charset="-128"/>
              </a:rPr>
              <a:t>Given a net input Ij to unit j, then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3200">
                <a:ea typeface="굴림" pitchFamily="50" charset="-128"/>
              </a:rPr>
              <a:t>                            Oj = f(Ij),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3200">
                <a:ea typeface="굴림" pitchFamily="50" charset="-128"/>
              </a:rPr>
              <a:t> the output of  unit j, is computed as</a:t>
            </a:r>
          </a:p>
        </p:txBody>
      </p:sp>
      <p:graphicFrame>
        <p:nvGraphicFramePr>
          <p:cNvPr id="20787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8534401" y="5257800"/>
          <a:ext cx="1584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799920" imgH="406080" progId="Equation.3">
                  <p:embed/>
                </p:oleObj>
              </mc:Choice>
              <mc:Fallback>
                <p:oleObj name="Equation" r:id="rId3" imgW="799920" imgH="406080" progId="Equation.3">
                  <p:embed/>
                  <p:pic>
                    <p:nvPicPr>
                      <p:cNvPr id="207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5257800"/>
                        <a:ext cx="1584325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71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3962400" y="1701800"/>
            <a:ext cx="3409950" cy="4948238"/>
            <a:chOff x="1536" y="1072"/>
            <a:chExt cx="2148" cy="3117"/>
          </a:xfrm>
        </p:grpSpPr>
        <p:sp>
          <p:nvSpPr>
            <p:cNvPr id="39939" name="Oval 3"/>
            <p:cNvSpPr>
              <a:spLocks noChangeArrowheads="1"/>
            </p:cNvSpPr>
            <p:nvPr/>
          </p:nvSpPr>
          <p:spPr bwMode="auto">
            <a:xfrm>
              <a:off x="1730" y="1625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0" name="Oval 4"/>
            <p:cNvSpPr>
              <a:spLocks noChangeArrowheads="1"/>
            </p:cNvSpPr>
            <p:nvPr/>
          </p:nvSpPr>
          <p:spPr bwMode="auto">
            <a:xfrm>
              <a:off x="2430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1" name="Oval 5"/>
            <p:cNvSpPr>
              <a:spLocks noChangeArrowheads="1"/>
            </p:cNvSpPr>
            <p:nvPr/>
          </p:nvSpPr>
          <p:spPr bwMode="auto">
            <a:xfrm>
              <a:off x="3094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2449" y="2432"/>
              <a:ext cx="339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3344" y="2432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4" name="Oval 8"/>
            <p:cNvSpPr>
              <a:spLocks noChangeArrowheads="1"/>
            </p:cNvSpPr>
            <p:nvPr/>
          </p:nvSpPr>
          <p:spPr bwMode="auto">
            <a:xfrm>
              <a:off x="1536" y="2448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5" name="Oval 9"/>
            <p:cNvSpPr>
              <a:spLocks noChangeArrowheads="1"/>
            </p:cNvSpPr>
            <p:nvPr/>
          </p:nvSpPr>
          <p:spPr bwMode="auto">
            <a:xfrm>
              <a:off x="2055" y="3288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6" name="Oval 10"/>
            <p:cNvSpPr>
              <a:spLocks noChangeArrowheads="1"/>
            </p:cNvSpPr>
            <p:nvPr/>
          </p:nvSpPr>
          <p:spPr bwMode="auto">
            <a:xfrm>
              <a:off x="2897" y="3269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7" name="Line 11"/>
            <p:cNvSpPr>
              <a:spLocks noChangeShapeType="1"/>
            </p:cNvSpPr>
            <p:nvPr/>
          </p:nvSpPr>
          <p:spPr bwMode="auto">
            <a:xfrm flipH="1" flipV="1">
              <a:off x="1768" y="2781"/>
              <a:ext cx="32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8" name="Line 12"/>
            <p:cNvSpPr>
              <a:spLocks noChangeShapeType="1"/>
            </p:cNvSpPr>
            <p:nvPr/>
          </p:nvSpPr>
          <p:spPr bwMode="auto">
            <a:xfrm flipV="1">
              <a:off x="2217" y="2732"/>
              <a:ext cx="303" cy="5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49" name="Line 13"/>
            <p:cNvSpPr>
              <a:spLocks noChangeShapeType="1"/>
            </p:cNvSpPr>
            <p:nvPr/>
          </p:nvSpPr>
          <p:spPr bwMode="auto">
            <a:xfrm flipV="1">
              <a:off x="2358" y="2715"/>
              <a:ext cx="1022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 flipH="1" flipV="1">
              <a:off x="1875" y="2714"/>
              <a:ext cx="1020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 flipH="1" flipV="1">
              <a:off x="2735" y="2765"/>
              <a:ext cx="322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2" name="Line 16"/>
            <p:cNvSpPr>
              <a:spLocks noChangeShapeType="1"/>
            </p:cNvSpPr>
            <p:nvPr/>
          </p:nvSpPr>
          <p:spPr bwMode="auto">
            <a:xfrm flipV="1">
              <a:off x="3219" y="2799"/>
              <a:ext cx="28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 flipV="1">
              <a:off x="1606" y="1943"/>
              <a:ext cx="268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 flipV="1">
              <a:off x="1767" y="1940"/>
              <a:ext cx="78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 flipV="1">
              <a:off x="1858" y="1959"/>
              <a:ext cx="138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 flipH="1" flipV="1">
              <a:off x="2017" y="1905"/>
              <a:ext cx="1342" cy="5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7" name="Line 21"/>
            <p:cNvSpPr>
              <a:spLocks noChangeShapeType="1"/>
            </p:cNvSpPr>
            <p:nvPr/>
          </p:nvSpPr>
          <p:spPr bwMode="auto">
            <a:xfrm flipH="1" flipV="1">
              <a:off x="3341" y="1940"/>
              <a:ext cx="19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 flipH="1" flipV="1">
              <a:off x="2679" y="1990"/>
              <a:ext cx="734" cy="4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59" name="Line 23"/>
            <p:cNvSpPr>
              <a:spLocks noChangeShapeType="1"/>
            </p:cNvSpPr>
            <p:nvPr/>
          </p:nvSpPr>
          <p:spPr bwMode="auto">
            <a:xfrm flipH="1" flipV="1">
              <a:off x="1965" y="1960"/>
              <a:ext cx="53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0" name="Line 24"/>
            <p:cNvSpPr>
              <a:spLocks noChangeShapeType="1"/>
            </p:cNvSpPr>
            <p:nvPr/>
          </p:nvSpPr>
          <p:spPr bwMode="auto">
            <a:xfrm flipV="1">
              <a:off x="2610" y="1977"/>
              <a:ext cx="0" cy="4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1" name="Line 25"/>
            <p:cNvSpPr>
              <a:spLocks noChangeShapeType="1"/>
            </p:cNvSpPr>
            <p:nvPr/>
          </p:nvSpPr>
          <p:spPr bwMode="auto">
            <a:xfrm flipV="1">
              <a:off x="2736" y="2011"/>
              <a:ext cx="501" cy="4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2" name="Line 26"/>
            <p:cNvSpPr>
              <a:spLocks noChangeShapeType="1"/>
            </p:cNvSpPr>
            <p:nvPr/>
          </p:nvSpPr>
          <p:spPr bwMode="auto">
            <a:xfrm flipV="1">
              <a:off x="2179" y="3604"/>
              <a:ext cx="0" cy="5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3" name="Line 27"/>
            <p:cNvSpPr>
              <a:spLocks noChangeShapeType="1"/>
            </p:cNvSpPr>
            <p:nvPr/>
          </p:nvSpPr>
          <p:spPr bwMode="auto">
            <a:xfrm flipV="1">
              <a:off x="3075" y="362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 flipV="1">
              <a:off x="1875" y="1088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 flipV="1">
              <a:off x="2591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auto">
            <a:xfrm flipV="1">
              <a:off x="3235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1979588" y="2514601"/>
            <a:ext cx="19749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ko-KR" sz="2400" b="1">
                <a:latin typeface="Times New Roman" panose="02020603050405020304" pitchFamily="18" charset="0"/>
                <a:ea typeface="굴림" pitchFamily="50" charset="-128"/>
              </a:rPr>
              <a:t>Output nodes</a:t>
            </a:r>
            <a:endParaRPr lang="en-US" altLang="ko-KR" sz="2400">
              <a:latin typeface="Times New Roman" panose="02020603050405020304" pitchFamily="18" charset="0"/>
              <a:ea typeface="굴림" pitchFamily="50" charset="-128"/>
            </a:endParaRPr>
          </a:p>
        </p:txBody>
      </p:sp>
      <p:sp>
        <p:nvSpPr>
          <p:cNvPr id="39968" name="Rectangle 32"/>
          <p:cNvSpPr>
            <a:spLocks noChangeArrowheads="1"/>
          </p:cNvSpPr>
          <p:nvPr/>
        </p:nvSpPr>
        <p:spPr bwMode="auto">
          <a:xfrm>
            <a:off x="2582321" y="5257801"/>
            <a:ext cx="175368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ko-KR" sz="2400" b="1">
                <a:latin typeface="Times New Roman" panose="02020603050405020304" pitchFamily="18" charset="0"/>
                <a:ea typeface="굴림" pitchFamily="50" charset="-128"/>
              </a:rPr>
              <a:t>Input nodes</a:t>
            </a:r>
          </a:p>
        </p:txBody>
      </p:sp>
      <p:sp>
        <p:nvSpPr>
          <p:cNvPr id="39969" name="Rectangle 33"/>
          <p:cNvSpPr>
            <a:spLocks noChangeArrowheads="1"/>
          </p:cNvSpPr>
          <p:nvPr/>
        </p:nvSpPr>
        <p:spPr bwMode="auto">
          <a:xfrm>
            <a:off x="1895373" y="3733801"/>
            <a:ext cx="199093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ko-KR" sz="2400" b="1">
                <a:latin typeface="Times New Roman" panose="02020603050405020304" pitchFamily="18" charset="0"/>
                <a:ea typeface="굴림" pitchFamily="50" charset="-128"/>
              </a:rPr>
              <a:t>Hidden nodes</a:t>
            </a:r>
            <a:endParaRPr lang="en-US" altLang="ko-KR" sz="2400">
              <a:latin typeface="Times New Roman" panose="02020603050405020304" pitchFamily="18" charset="0"/>
              <a:ea typeface="굴림" pitchFamily="50" charset="-128"/>
            </a:endParaRPr>
          </a:p>
        </p:txBody>
      </p:sp>
      <p:sp>
        <p:nvSpPr>
          <p:cNvPr id="39970" name="Rectangle 34"/>
          <p:cNvSpPr>
            <a:spLocks noChangeArrowheads="1"/>
          </p:cNvSpPr>
          <p:nvPr/>
        </p:nvSpPr>
        <p:spPr bwMode="auto">
          <a:xfrm>
            <a:off x="1917359" y="1677989"/>
            <a:ext cx="2040623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ko-KR" sz="2400" b="1">
                <a:latin typeface="Times New Roman" panose="02020603050405020304" pitchFamily="18" charset="0"/>
                <a:ea typeface="굴림" pitchFamily="50" charset="-128"/>
              </a:rPr>
              <a:t>Output vector</a:t>
            </a:r>
            <a:endParaRPr lang="en-US" altLang="ko-KR" sz="2400">
              <a:latin typeface="Times New Roman" panose="02020603050405020304" pitchFamily="18" charset="0"/>
              <a:ea typeface="굴림" pitchFamily="50" charset="-128"/>
            </a:endParaRPr>
          </a:p>
        </p:txBody>
      </p:sp>
      <p:sp>
        <p:nvSpPr>
          <p:cNvPr id="39971" name="Rectangle 35"/>
          <p:cNvSpPr>
            <a:spLocks noChangeArrowheads="1"/>
          </p:cNvSpPr>
          <p:nvPr/>
        </p:nvSpPr>
        <p:spPr bwMode="auto">
          <a:xfrm>
            <a:off x="2580111" y="5943601"/>
            <a:ext cx="2210542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ko-KR" sz="2400" b="1">
                <a:latin typeface="Times New Roman" panose="02020603050405020304" pitchFamily="18" charset="0"/>
                <a:ea typeface="굴림" pitchFamily="50" charset="-128"/>
              </a:rPr>
              <a:t>Input vector: </a:t>
            </a:r>
            <a:r>
              <a:rPr lang="en-US" altLang="ko-KR" sz="2400" b="1" i="1">
                <a:latin typeface="Times New Roman" panose="02020603050405020304" pitchFamily="18" charset="0"/>
                <a:ea typeface="굴림" pitchFamily="50" charset="-128"/>
              </a:rPr>
              <a:t>x</a:t>
            </a:r>
            <a:r>
              <a:rPr lang="en-US" altLang="ko-KR" sz="2400" b="1" i="1" baseline="-25000">
                <a:latin typeface="Times New Roman" panose="02020603050405020304" pitchFamily="18" charset="0"/>
                <a:ea typeface="굴림" pitchFamily="50" charset="-128"/>
              </a:rPr>
              <a:t>i</a:t>
            </a:r>
          </a:p>
        </p:txBody>
      </p:sp>
      <p:sp>
        <p:nvSpPr>
          <p:cNvPr id="39972" name="Rectangle 36"/>
          <p:cNvSpPr>
            <a:spLocks noChangeArrowheads="1"/>
          </p:cNvSpPr>
          <p:nvPr/>
        </p:nvSpPr>
        <p:spPr bwMode="auto">
          <a:xfrm>
            <a:off x="7504840" y="4521201"/>
            <a:ext cx="506549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ko-KR" sz="2400" i="1">
                <a:latin typeface="Times New Roman" panose="02020603050405020304" pitchFamily="18" charset="0"/>
                <a:ea typeface="굴림" pitchFamily="50" charset="-128"/>
              </a:rPr>
              <a:t>w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itchFamily="50" charset="-128"/>
              </a:rPr>
              <a:t>ij</a:t>
            </a:r>
          </a:p>
        </p:txBody>
      </p:sp>
      <p:sp>
        <p:nvSpPr>
          <p:cNvPr id="39973" name="Freeform 37"/>
          <p:cNvSpPr>
            <a:spLocks/>
          </p:cNvSpPr>
          <p:nvPr/>
        </p:nvSpPr>
        <p:spPr bwMode="auto">
          <a:xfrm>
            <a:off x="6773864" y="4808539"/>
            <a:ext cx="611187" cy="160337"/>
          </a:xfrm>
          <a:custGeom>
            <a:avLst/>
            <a:gdLst>
              <a:gd name="T0" fmla="*/ 384 w 385"/>
              <a:gd name="T1" fmla="*/ 0 h 101"/>
              <a:gd name="T2" fmla="*/ 313 w 385"/>
              <a:gd name="T3" fmla="*/ 5 h 101"/>
              <a:gd name="T4" fmla="*/ 254 w 385"/>
              <a:gd name="T5" fmla="*/ 15 h 101"/>
              <a:gd name="T6" fmla="*/ 230 w 385"/>
              <a:gd name="T7" fmla="*/ 25 h 101"/>
              <a:gd name="T8" fmla="*/ 213 w 385"/>
              <a:gd name="T9" fmla="*/ 30 h 101"/>
              <a:gd name="T10" fmla="*/ 201 w 385"/>
              <a:gd name="T11" fmla="*/ 40 h 101"/>
              <a:gd name="T12" fmla="*/ 195 w 385"/>
              <a:gd name="T13" fmla="*/ 50 h 101"/>
              <a:gd name="T14" fmla="*/ 189 w 385"/>
              <a:gd name="T15" fmla="*/ 60 h 101"/>
              <a:gd name="T16" fmla="*/ 177 w 385"/>
              <a:gd name="T17" fmla="*/ 70 h 101"/>
              <a:gd name="T18" fmla="*/ 160 w 385"/>
              <a:gd name="T19" fmla="*/ 75 h 101"/>
              <a:gd name="T20" fmla="*/ 136 w 385"/>
              <a:gd name="T21" fmla="*/ 85 h 101"/>
              <a:gd name="T22" fmla="*/ 71 w 385"/>
              <a:gd name="T23" fmla="*/ 95 h 101"/>
              <a:gd name="T24" fmla="*/ 0 w 385"/>
              <a:gd name="T25" fmla="*/ 100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5" h="101">
                <a:moveTo>
                  <a:pt x="384" y="0"/>
                </a:moveTo>
                <a:lnTo>
                  <a:pt x="313" y="5"/>
                </a:lnTo>
                <a:lnTo>
                  <a:pt x="254" y="15"/>
                </a:lnTo>
                <a:lnTo>
                  <a:pt x="230" y="25"/>
                </a:lnTo>
                <a:lnTo>
                  <a:pt x="213" y="30"/>
                </a:lnTo>
                <a:lnTo>
                  <a:pt x="201" y="40"/>
                </a:lnTo>
                <a:lnTo>
                  <a:pt x="195" y="50"/>
                </a:lnTo>
                <a:lnTo>
                  <a:pt x="189" y="60"/>
                </a:lnTo>
                <a:lnTo>
                  <a:pt x="177" y="70"/>
                </a:lnTo>
                <a:lnTo>
                  <a:pt x="160" y="75"/>
                </a:lnTo>
                <a:lnTo>
                  <a:pt x="136" y="85"/>
                </a:lnTo>
                <a:lnTo>
                  <a:pt x="71" y="95"/>
                </a:lnTo>
                <a:lnTo>
                  <a:pt x="0" y="10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9974" name="Object 38"/>
          <p:cNvGraphicFramePr>
            <a:graphicFrameLocks noChangeAspect="1"/>
          </p:cNvGraphicFramePr>
          <p:nvPr/>
        </p:nvGraphicFramePr>
        <p:xfrm>
          <a:off x="1981200" y="4495800"/>
          <a:ext cx="2095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3" imgW="2095200" imgH="571320" progId="Equation.3">
                  <p:embed/>
                </p:oleObj>
              </mc:Choice>
              <mc:Fallback>
                <p:oleObj name="Equation" r:id="rId3" imgW="2095200" imgH="571320" progId="Equation.3">
                  <p:embed/>
                  <p:pic>
                    <p:nvPicPr>
                      <p:cNvPr id="3997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495800"/>
                        <a:ext cx="2095500" cy="571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6" name="Object 40"/>
          <p:cNvGraphicFramePr>
            <a:graphicFrameLocks noChangeAspect="1"/>
          </p:cNvGraphicFramePr>
          <p:nvPr/>
        </p:nvGraphicFramePr>
        <p:xfrm>
          <a:off x="6858000" y="2076450"/>
          <a:ext cx="3657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5" imgW="1625400" imgH="228600" progId="Equation.3">
                  <p:embed/>
                </p:oleObj>
              </mc:Choice>
              <mc:Fallback>
                <p:oleObj name="Equation" r:id="rId5" imgW="1625400" imgH="228600" progId="Equation.3">
                  <p:embed/>
                  <p:pic>
                    <p:nvPicPr>
                      <p:cNvPr id="3997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076450"/>
                        <a:ext cx="3657600" cy="590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7" name="Object 41"/>
          <p:cNvGraphicFramePr>
            <a:graphicFrameLocks noChangeAspect="1"/>
          </p:cNvGraphicFramePr>
          <p:nvPr/>
        </p:nvGraphicFramePr>
        <p:xfrm>
          <a:off x="7010400" y="2971800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7" imgW="3390840" imgH="571320" progId="Equation.3">
                  <p:embed/>
                </p:oleObj>
              </mc:Choice>
              <mc:Fallback>
                <p:oleObj name="Equation" r:id="rId7" imgW="3390840" imgH="571320" progId="Equation.3">
                  <p:embed/>
                  <p:pic>
                    <p:nvPicPr>
                      <p:cNvPr id="3997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971800"/>
                        <a:ext cx="3390900" cy="571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8" name="Object 42"/>
          <p:cNvGraphicFramePr>
            <a:graphicFrameLocks noChangeAspect="1"/>
          </p:cNvGraphicFramePr>
          <p:nvPr/>
        </p:nvGraphicFramePr>
        <p:xfrm>
          <a:off x="7010400" y="5105400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9" imgW="2412720" imgH="419040" progId="Equation.3">
                  <p:embed/>
                </p:oleObj>
              </mc:Choice>
              <mc:Fallback>
                <p:oleObj name="Equation" r:id="rId9" imgW="2412720" imgH="419040" progId="Equation.3">
                  <p:embed/>
                  <p:pic>
                    <p:nvPicPr>
                      <p:cNvPr id="3997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105400"/>
                        <a:ext cx="2413000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Object 43"/>
          <p:cNvGraphicFramePr>
            <a:graphicFrameLocks noChangeAspect="1"/>
          </p:cNvGraphicFramePr>
          <p:nvPr/>
        </p:nvGraphicFramePr>
        <p:xfrm>
          <a:off x="8001000" y="45720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11" imgW="2019240" imgH="419040" progId="Equation.3">
                  <p:embed/>
                </p:oleObj>
              </mc:Choice>
              <mc:Fallback>
                <p:oleObj name="Equation" r:id="rId11" imgW="2019240" imgH="419040" progId="Equation.3">
                  <p:embed/>
                  <p:pic>
                    <p:nvPicPr>
                      <p:cNvPr id="3997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572000"/>
                        <a:ext cx="2019300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0" name="Object 44"/>
          <p:cNvGraphicFramePr>
            <a:graphicFrameLocks noChangeAspect="1"/>
          </p:cNvGraphicFramePr>
          <p:nvPr/>
        </p:nvGraphicFramePr>
        <p:xfrm>
          <a:off x="2209800" y="3048000"/>
          <a:ext cx="16779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13" imgW="799920" imgH="406080" progId="Equation.3">
                  <p:embed/>
                </p:oleObj>
              </mc:Choice>
              <mc:Fallback>
                <p:oleObj name="Equation" r:id="rId13" imgW="799920" imgH="406080" progId="Equation.3">
                  <p:embed/>
                  <p:pic>
                    <p:nvPicPr>
                      <p:cNvPr id="3998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048000"/>
                        <a:ext cx="1677988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1" name="Rectangle 45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7696200" cy="609600"/>
          </a:xfrm>
        </p:spPr>
        <p:txBody>
          <a:bodyPr/>
          <a:lstStyle/>
          <a:p>
            <a:r>
              <a:rPr lang="en-US" altLang="ko-KR">
                <a:ea typeface="굴림" pitchFamily="50" charset="-128"/>
              </a:rPr>
              <a:t>Backpropagation Formulas</a:t>
            </a:r>
          </a:p>
        </p:txBody>
      </p:sp>
    </p:spTree>
    <p:extLst>
      <p:ext uri="{BB962C8B-B14F-4D97-AF65-F5344CB8AC3E}">
        <p14:creationId xmlns:p14="http://schemas.microsoft.com/office/powerpoint/2010/main" val="314702080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itchFamily="50" charset="-128"/>
              </a:rPr>
              <a:t>Terminating Conditions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0314" y="1905000"/>
            <a:ext cx="3563937" cy="407988"/>
          </a:xfrm>
        </p:spPr>
        <p:txBody>
          <a:bodyPr/>
          <a:lstStyle/>
          <a:p>
            <a:r>
              <a:rPr lang="en-US" altLang="ko-KR" sz="3200">
                <a:solidFill>
                  <a:srgbClr val="FF3300"/>
                </a:solidFill>
                <a:ea typeface="굴림" pitchFamily="50" charset="-128"/>
              </a:rPr>
              <a:t>Training stops</a:t>
            </a:r>
            <a:endParaRPr lang="en-US" altLang="ko-KR" sz="2700">
              <a:solidFill>
                <a:srgbClr val="FF3300"/>
              </a:solidFill>
              <a:ea typeface="굴림" pitchFamily="50" charset="-128"/>
            </a:endParaRPr>
          </a:p>
          <a:p>
            <a:endParaRPr lang="ko-KR" altLang="en-US" sz="2700">
              <a:solidFill>
                <a:srgbClr val="FF3300"/>
              </a:solidFill>
              <a:ea typeface="굴림" pitchFamily="50" charset="-128"/>
            </a:endParaRPr>
          </a:p>
        </p:txBody>
      </p:sp>
      <p:graphicFrame>
        <p:nvGraphicFramePr>
          <p:cNvPr id="4813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24200" y="2667000"/>
          <a:ext cx="604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" imgW="291960" imgH="241200" progId="Equation.3">
                  <p:embed/>
                </p:oleObj>
              </mc:Choice>
              <mc:Fallback>
                <p:oleObj name="Equation" r:id="rId3" imgW="291960" imgH="241200" progId="Equation.3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67000"/>
                        <a:ext cx="604838" cy="60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2438401" y="2590800"/>
            <a:ext cx="714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ko-KR" altLang="en-US" sz="2400">
                <a:ea typeface="굴림" pitchFamily="50" charset="-128"/>
              </a:rPr>
              <a:t> </a:t>
            </a:r>
            <a:r>
              <a:rPr lang="en-US" altLang="ko-KR" sz="2400">
                <a:ea typeface="굴림" pitchFamily="50" charset="-128"/>
              </a:rPr>
              <a:t>All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4267200" y="2590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ko-KR" altLang="en-US" sz="2400">
              <a:ea typeface="굴림" pitchFamily="50" charset="-128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810000" y="2590801"/>
            <a:ext cx="6629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2400">
                <a:ea typeface="굴림" pitchFamily="50" charset="-128"/>
              </a:rPr>
              <a:t>in the previous epoch are below some threshold, or</a:t>
            </a: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2057400" y="3429000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ko-KR" sz="2400">
                <a:ea typeface="굴림" pitchFamily="50" charset="-128"/>
              </a:rPr>
              <a:t>The  percentage of samples misclassified in the previous epoch is below some threshold, or</a:t>
            </a:r>
          </a:p>
          <a:p>
            <a:pPr>
              <a:buFontTx/>
              <a:buChar char="•"/>
            </a:pPr>
            <a:endParaRPr lang="en-US" altLang="ko-KR" sz="2400">
              <a:ea typeface="굴림" pitchFamily="50" charset="-128"/>
            </a:endParaRPr>
          </a:p>
          <a:p>
            <a:pPr>
              <a:buFontTx/>
              <a:buChar char="•"/>
            </a:pPr>
            <a:r>
              <a:rPr lang="en-US" altLang="ko-KR" sz="2400">
                <a:ea typeface="굴림" pitchFamily="50" charset="-128"/>
              </a:rPr>
              <a:t> a pre specified number of epochs has expired.</a:t>
            </a:r>
          </a:p>
          <a:p>
            <a:pPr>
              <a:buFontTx/>
              <a:buChar char="•"/>
            </a:pPr>
            <a:endParaRPr lang="en-US" altLang="ko-KR" sz="2400">
              <a:ea typeface="굴림" pitchFamily="50" charset="-128"/>
            </a:endParaRPr>
          </a:p>
          <a:p>
            <a:pPr>
              <a:buFontTx/>
              <a:buChar char="•"/>
            </a:pPr>
            <a:r>
              <a:rPr lang="en-US" altLang="ko-KR" sz="2400">
                <a:ea typeface="굴림" pitchFamily="50" charset="-128"/>
              </a:rPr>
              <a:t> In practice, </a:t>
            </a:r>
            <a:r>
              <a:rPr lang="en-US" altLang="ko-KR" sz="2400">
                <a:solidFill>
                  <a:schemeClr val="folHlink"/>
                </a:solidFill>
                <a:ea typeface="굴림" pitchFamily="50" charset="-128"/>
              </a:rPr>
              <a:t>several hundreds of thousands of epochs</a:t>
            </a:r>
            <a:r>
              <a:rPr lang="en-US" altLang="ko-KR" sz="2400">
                <a:ea typeface="굴림" pitchFamily="50" charset="-128"/>
              </a:rPr>
              <a:t> may be required before the weights will converge.</a:t>
            </a:r>
          </a:p>
        </p:txBody>
      </p:sp>
    </p:spTree>
    <p:extLst>
      <p:ext uri="{BB962C8B-B14F-4D97-AF65-F5344CB8AC3E}">
        <p14:creationId xmlns:p14="http://schemas.microsoft.com/office/powerpoint/2010/main" val="6490875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36" name="Rectangle 44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7696200" cy="533400"/>
          </a:xfrm>
        </p:spPr>
        <p:txBody>
          <a:bodyPr/>
          <a:lstStyle/>
          <a:p>
            <a:r>
              <a:rPr lang="en-US" altLang="ko-KR" sz="2900">
                <a:ea typeface="굴림" pitchFamily="50" charset="-128"/>
              </a:rPr>
              <a:t>Example of Back propagation </a:t>
            </a:r>
          </a:p>
        </p:txBody>
      </p:sp>
      <p:pic>
        <p:nvPicPr>
          <p:cNvPr id="212996" name="Picture 4" descr="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19200"/>
            <a:ext cx="5181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3053" name="Group 61"/>
          <p:cNvGraphicFramePr>
            <a:graphicFrameLocks noGrp="1"/>
          </p:cNvGraphicFramePr>
          <p:nvPr>
            <p:ph idx="1"/>
          </p:nvPr>
        </p:nvGraphicFramePr>
        <p:xfrm>
          <a:off x="2133600" y="4495801"/>
          <a:ext cx="7620000" cy="1600201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1609622326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94715007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849018494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12154858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3920925849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1100607803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86102267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3886101099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709543268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292191630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21577970"/>
                    </a:ext>
                  </a:extLst>
                </a:gridCol>
              </a:tblGrid>
              <a:tr h="1033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x1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x2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x3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</a:t>
                      </a:r>
                      <a:r>
                        <a:rPr kumimoji="0" lang="en-US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339479"/>
                  </a:ext>
                </a:extLst>
              </a:tr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736920"/>
                  </a:ext>
                </a:extLst>
              </a:tr>
            </a:tbl>
          </a:graphicData>
        </a:graphic>
      </p:graphicFrame>
      <p:sp>
        <p:nvSpPr>
          <p:cNvPr id="213045" name="Text Box 53"/>
          <p:cNvSpPr txBox="1">
            <a:spLocks noChangeArrowheads="1"/>
          </p:cNvSpPr>
          <p:nvPr/>
        </p:nvSpPr>
        <p:spPr bwMode="auto">
          <a:xfrm>
            <a:off x="1905000" y="3733801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Initial Input  and weight</a:t>
            </a:r>
          </a:p>
        </p:txBody>
      </p:sp>
      <p:sp>
        <p:nvSpPr>
          <p:cNvPr id="213047" name="Text Box 55"/>
          <p:cNvSpPr txBox="1">
            <a:spLocks noChangeArrowheads="1"/>
          </p:cNvSpPr>
          <p:nvPr/>
        </p:nvSpPr>
        <p:spPr bwMode="auto">
          <a:xfrm>
            <a:off x="2209800" y="2057401"/>
            <a:ext cx="266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13048" name="Text Box 56"/>
          <p:cNvSpPr txBox="1">
            <a:spLocks noChangeArrowheads="1"/>
          </p:cNvSpPr>
          <p:nvPr/>
        </p:nvSpPr>
        <p:spPr bwMode="auto">
          <a:xfrm>
            <a:off x="2209800" y="2133601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Initialize weights :</a:t>
            </a:r>
          </a:p>
        </p:txBody>
      </p:sp>
      <p:sp>
        <p:nvSpPr>
          <p:cNvPr id="213049" name="Text Box 57"/>
          <p:cNvSpPr txBox="1">
            <a:spLocks noChangeArrowheads="1"/>
          </p:cNvSpPr>
          <p:nvPr/>
        </p:nvSpPr>
        <p:spPr bwMode="auto">
          <a:xfrm>
            <a:off x="2803526" y="2322513"/>
            <a:ext cx="1387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13050" name="Text Box 58"/>
          <p:cNvSpPr txBox="1">
            <a:spLocks noChangeArrowheads="1"/>
          </p:cNvSpPr>
          <p:nvPr/>
        </p:nvSpPr>
        <p:spPr bwMode="auto">
          <a:xfrm>
            <a:off x="2057400" y="990600"/>
            <a:ext cx="2667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Input = 3, Hidden Neuron = 2 Output =1</a:t>
            </a:r>
          </a:p>
        </p:txBody>
      </p:sp>
      <p:sp>
        <p:nvSpPr>
          <p:cNvPr id="213051" name="Text Box 59"/>
          <p:cNvSpPr txBox="1">
            <a:spLocks noChangeArrowheads="1"/>
          </p:cNvSpPr>
          <p:nvPr/>
        </p:nvSpPr>
        <p:spPr bwMode="auto">
          <a:xfrm>
            <a:off x="2209800" y="2819400"/>
            <a:ext cx="2667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Random Numbers from -1.0 to 1.0</a:t>
            </a:r>
          </a:p>
        </p:txBody>
      </p:sp>
    </p:spTree>
    <p:extLst>
      <p:ext uri="{BB962C8B-B14F-4D97-AF65-F5344CB8AC3E}">
        <p14:creationId xmlns:p14="http://schemas.microsoft.com/office/powerpoint/2010/main" val="264453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7696200" cy="457200"/>
          </a:xfrm>
        </p:spPr>
        <p:txBody>
          <a:bodyPr/>
          <a:lstStyle/>
          <a:p>
            <a:r>
              <a:rPr lang="en-US" altLang="ko-KR" sz="2900">
                <a:ea typeface="굴림" pitchFamily="50" charset="-128"/>
              </a:rPr>
              <a:t>Example ( cont.. )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905000"/>
            <a:ext cx="4267200" cy="2362200"/>
          </a:xfrm>
        </p:spPr>
        <p:txBody>
          <a:bodyPr/>
          <a:lstStyle/>
          <a:p>
            <a:r>
              <a:rPr lang="en-US" altLang="ko-KR" sz="1800" b="1">
                <a:ea typeface="굴림" pitchFamily="50" charset="-128"/>
              </a:rPr>
              <a:t>Bias added to Hidden </a:t>
            </a:r>
          </a:p>
          <a:p>
            <a:r>
              <a:rPr lang="en-US" altLang="ko-KR" sz="1800" b="1">
                <a:ea typeface="굴림" pitchFamily="50" charset="-128"/>
              </a:rPr>
              <a:t>+ Output nodes</a:t>
            </a:r>
          </a:p>
          <a:p>
            <a:r>
              <a:rPr lang="en-US" altLang="ko-KR" sz="1800" b="1">
                <a:ea typeface="굴림" pitchFamily="50" charset="-128"/>
              </a:rPr>
              <a:t>Initialize Bias </a:t>
            </a:r>
          </a:p>
          <a:p>
            <a:r>
              <a:rPr lang="en-US" altLang="ko-KR" sz="1800" b="1">
                <a:ea typeface="굴림" pitchFamily="50" charset="-128"/>
              </a:rPr>
              <a:t>Random Values from </a:t>
            </a:r>
          </a:p>
          <a:p>
            <a:r>
              <a:rPr lang="en-US" altLang="ko-KR" sz="1800" b="1">
                <a:ea typeface="굴림" pitchFamily="50" charset="-128"/>
              </a:rPr>
              <a:t>-1.0 to 1.0</a:t>
            </a:r>
          </a:p>
          <a:p>
            <a:endParaRPr lang="en-US" altLang="ko-KR" sz="1800" b="1">
              <a:ea typeface="굴림" pitchFamily="50" charset="-128"/>
            </a:endParaRPr>
          </a:p>
          <a:p>
            <a:r>
              <a:rPr lang="en-US" altLang="ko-KR" sz="1800" b="1">
                <a:ea typeface="굴림" pitchFamily="50" charset="-128"/>
              </a:rPr>
              <a:t>Bias ( Random )</a:t>
            </a:r>
          </a:p>
          <a:p>
            <a:endParaRPr lang="en-US" altLang="ko-KR" sz="1800" b="1">
              <a:ea typeface="굴림" pitchFamily="50" charset="-128"/>
            </a:endParaRPr>
          </a:p>
          <a:p>
            <a:endParaRPr lang="en-US" altLang="ko-KR" sz="1800" b="1">
              <a:ea typeface="굴림" pitchFamily="50" charset="-128"/>
            </a:endParaRPr>
          </a:p>
          <a:p>
            <a:endParaRPr lang="en-US" altLang="ko-KR" sz="1800" b="1">
              <a:ea typeface="굴림" pitchFamily="50" charset="-128"/>
            </a:endParaRPr>
          </a:p>
          <a:p>
            <a:endParaRPr lang="en-US" altLang="ko-KR" sz="2000">
              <a:ea typeface="굴림" pitchFamily="50" charset="-128"/>
            </a:endParaRPr>
          </a:p>
          <a:p>
            <a:endParaRPr lang="ko-KR" altLang="en-US" sz="2700">
              <a:ea typeface="굴림" pitchFamily="50" charset="-128"/>
            </a:endParaRPr>
          </a:p>
        </p:txBody>
      </p:sp>
      <p:graphicFrame>
        <p:nvGraphicFramePr>
          <p:cNvPr id="215071" name="Group 31"/>
          <p:cNvGraphicFramePr>
            <a:graphicFrameLocks noGrp="1"/>
          </p:cNvGraphicFramePr>
          <p:nvPr>
            <p:ph sz="half" idx="2"/>
          </p:nvPr>
        </p:nvGraphicFramePr>
        <p:xfrm>
          <a:off x="2590800" y="4419600"/>
          <a:ext cx="3657600" cy="1872996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9968281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931721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79642361"/>
                    </a:ext>
                  </a:extLst>
                </a:gridCol>
              </a:tblGrid>
              <a:tr h="876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l-GR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l-G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l-GR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el-G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l-G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854911"/>
                  </a:ext>
                </a:extLst>
              </a:tr>
              <a:tr h="876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-0.4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53387"/>
                  </a:ext>
                </a:extLst>
              </a:tr>
            </a:tbl>
          </a:graphicData>
        </a:graphic>
      </p:graphicFrame>
      <p:pic>
        <p:nvPicPr>
          <p:cNvPr id="215063" name="Picture 23" descr="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19200"/>
            <a:ext cx="4648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64" name="Picture 24" descr="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19200"/>
            <a:ext cx="5181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65" name="Picture 25" descr="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066800"/>
            <a:ext cx="5334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48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286000" y="533400"/>
            <a:ext cx="7696200" cy="609600"/>
          </a:xfrm>
        </p:spPr>
        <p:txBody>
          <a:bodyPr/>
          <a:lstStyle/>
          <a:p>
            <a:r>
              <a:rPr lang="en-US" altLang="ko-KR" sz="2800">
                <a:ea typeface="굴림" pitchFamily="50" charset="-128"/>
              </a:rPr>
              <a:t>Net Input and Output Calculation</a:t>
            </a:r>
          </a:p>
        </p:txBody>
      </p:sp>
      <p:graphicFrame>
        <p:nvGraphicFramePr>
          <p:cNvPr id="217131" name="Group 43"/>
          <p:cNvGraphicFramePr>
            <a:graphicFrameLocks noGrp="1"/>
          </p:cNvGraphicFramePr>
          <p:nvPr>
            <p:ph sz="quarter" idx="1"/>
          </p:nvPr>
        </p:nvGraphicFramePr>
        <p:xfrm>
          <a:off x="2286000" y="1905001"/>
          <a:ext cx="7620000" cy="4343401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3411658438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4245900498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312211096"/>
                    </a:ext>
                  </a:extLst>
                </a:gridCol>
              </a:tblGrid>
              <a:tr h="1063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Unit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Net Input </a:t>
                      </a:r>
                      <a:r>
                        <a:rPr kumimoji="0" lang="en-US" altLang="en-US" sz="2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Output O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196307"/>
                  </a:ext>
                </a:extLst>
              </a:tr>
              <a:tr h="965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 + 0 + 0.5 -0.4 = -0.7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914401"/>
                  </a:ext>
                </a:extLst>
              </a:tr>
              <a:tr h="966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 + 0 + 0.2 + 0.2 =0.1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467677"/>
                  </a:ext>
                </a:extLst>
              </a:tr>
              <a:tr h="1347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(-0.3)0.332-(0.2)(0.525)+0.1= -0.105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881851"/>
                  </a:ext>
                </a:extLst>
              </a:tr>
            </a:tbl>
          </a:graphicData>
        </a:graphic>
      </p:graphicFrame>
      <p:graphicFrame>
        <p:nvGraphicFramePr>
          <p:cNvPr id="217121" name="Object 3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39000" y="4075114"/>
          <a:ext cx="16002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3" imgW="825480" imgH="393480" progId="Equation.3">
                  <p:embed/>
                </p:oleObj>
              </mc:Choice>
              <mc:Fallback>
                <p:oleObj name="Equation" r:id="rId3" imgW="825480" imgH="393480" progId="Equation.3">
                  <p:embed/>
                  <p:pic>
                    <p:nvPicPr>
                      <p:cNvPr id="21712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075114"/>
                        <a:ext cx="1600200" cy="763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25" name="Object 3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239000" y="3048000"/>
          <a:ext cx="160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21712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048000"/>
                        <a:ext cx="1600200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28" name="Object 40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7239000" y="5121275"/>
          <a:ext cx="16002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7" imgW="863280" imgH="393480" progId="Equation.3">
                  <p:embed/>
                </p:oleObj>
              </mc:Choice>
              <mc:Fallback>
                <p:oleObj name="Equation" r:id="rId7" imgW="863280" imgH="393480" progId="Equation.3">
                  <p:embed/>
                  <p:pic>
                    <p:nvPicPr>
                      <p:cNvPr id="2171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21275"/>
                        <a:ext cx="1600200" cy="730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32" name="Text Box 44"/>
          <p:cNvSpPr txBox="1">
            <a:spLocks noChangeArrowheads="1"/>
          </p:cNvSpPr>
          <p:nvPr/>
        </p:nvSpPr>
        <p:spPr bwMode="auto">
          <a:xfrm>
            <a:off x="8975725" y="3313113"/>
            <a:ext cx="952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= 0.332</a:t>
            </a:r>
          </a:p>
        </p:txBody>
      </p:sp>
      <p:sp>
        <p:nvSpPr>
          <p:cNvPr id="217133" name="Text Box 45"/>
          <p:cNvSpPr txBox="1">
            <a:spLocks noChangeArrowheads="1"/>
          </p:cNvSpPr>
          <p:nvPr/>
        </p:nvSpPr>
        <p:spPr bwMode="auto">
          <a:xfrm>
            <a:off x="8915400" y="4191001"/>
            <a:ext cx="952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= 0.525</a:t>
            </a:r>
          </a:p>
        </p:txBody>
      </p:sp>
      <p:sp>
        <p:nvSpPr>
          <p:cNvPr id="217134" name="Text Box 46"/>
          <p:cNvSpPr txBox="1">
            <a:spLocks noChangeArrowheads="1"/>
          </p:cNvSpPr>
          <p:nvPr/>
        </p:nvSpPr>
        <p:spPr bwMode="auto">
          <a:xfrm>
            <a:off x="8915400" y="5334001"/>
            <a:ext cx="952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= 0.475</a:t>
            </a:r>
          </a:p>
        </p:txBody>
      </p:sp>
    </p:spTree>
    <p:extLst>
      <p:ext uri="{BB962C8B-B14F-4D97-AF65-F5344CB8AC3E}">
        <p14:creationId xmlns:p14="http://schemas.microsoft.com/office/powerpoint/2010/main" val="113260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itchFamily="50" charset="-128"/>
              </a:rPr>
              <a:t>Calculation of Error at Each Node</a:t>
            </a:r>
          </a:p>
        </p:txBody>
      </p:sp>
      <p:graphicFrame>
        <p:nvGraphicFramePr>
          <p:cNvPr id="222235" name="Group 27"/>
          <p:cNvGraphicFramePr>
            <a:graphicFrameLocks noGrp="1"/>
          </p:cNvGraphicFramePr>
          <p:nvPr>
            <p:ph idx="1"/>
          </p:nvPr>
        </p:nvGraphicFramePr>
        <p:xfrm>
          <a:off x="2133600" y="3124200"/>
          <a:ext cx="7696200" cy="30236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1621049542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628811887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Unit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Error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232542"/>
                  </a:ext>
                </a:extLst>
              </a:tr>
              <a:tr h="679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0.475(1-0.475)(1-0.475) =0.1311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assume T</a:t>
                      </a: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021312"/>
                  </a:ext>
                </a:extLst>
              </a:tr>
              <a:tr h="681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0.525 x (1- 0.525)x 0.1311x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(-0.2) = 0.0065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230166"/>
                  </a:ext>
                </a:extLst>
              </a:tr>
              <a:tr h="679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4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0.332 x (1-0.332) x 0.1311 x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(-0.3) = -0.0087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026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39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696200" cy="838200"/>
          </a:xfrm>
        </p:spPr>
        <p:txBody>
          <a:bodyPr/>
          <a:lstStyle/>
          <a:p>
            <a:r>
              <a:rPr lang="en-US" altLang="ko-KR" sz="2800">
                <a:ea typeface="굴림" pitchFamily="50" charset="-128"/>
              </a:rPr>
              <a:t>Calculation of weights and Bias Updating</a:t>
            </a:r>
          </a:p>
        </p:txBody>
      </p:sp>
      <p:sp>
        <p:nvSpPr>
          <p:cNvPr id="224260" name="Rectangle 4"/>
          <p:cNvSpPr>
            <a:spLocks noChangeArrowheads="1"/>
          </p:cNvSpPr>
          <p:nvPr/>
        </p:nvSpPr>
        <p:spPr bwMode="auto">
          <a:xfrm>
            <a:off x="2286000" y="99060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2pPr>
            <a:lvl3pPr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3pPr>
            <a:lvl4pPr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4pPr>
            <a:lvl5pPr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/>
              <a:t>Learning Rate l =0.9</a:t>
            </a:r>
          </a:p>
        </p:txBody>
      </p:sp>
      <p:graphicFrame>
        <p:nvGraphicFramePr>
          <p:cNvPr id="224378" name="Group 122"/>
          <p:cNvGraphicFramePr>
            <a:graphicFrameLocks noGrp="1"/>
          </p:cNvGraphicFramePr>
          <p:nvPr>
            <p:ph type="tbl" idx="1"/>
          </p:nvPr>
        </p:nvGraphicFramePr>
        <p:xfrm>
          <a:off x="2286000" y="1981200"/>
          <a:ext cx="7696200" cy="4465320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val="1497126075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3389818654"/>
                    </a:ext>
                  </a:extLst>
                </a:gridCol>
              </a:tblGrid>
              <a:tr h="392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Weight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New Values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86833"/>
                  </a:ext>
                </a:extLst>
              </a:tr>
              <a:tr h="547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 + 0.9(0.1311)(0.332) = -0.261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354473"/>
                  </a:ext>
                </a:extLst>
              </a:tr>
              <a:tr h="423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 + (0.9)(0.1311)(0.525) = -0.138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513891"/>
                  </a:ext>
                </a:extLst>
              </a:tr>
              <a:tr h="392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 + 0.9(-0.0087)(1) = 0.192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069795"/>
                  </a:ext>
                </a:extLst>
              </a:tr>
              <a:tr h="392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 + (0.9)(-0.0065)(1) = -0.306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416215"/>
                  </a:ext>
                </a:extLst>
              </a:tr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……..similarly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………similarly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426444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kumimoji="0" lang="el-G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l-GR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 +(0.9)(0.1311)=0.218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45841"/>
                  </a:ext>
                </a:extLst>
              </a:tr>
              <a:tr h="330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……..similarly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5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………similarly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866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72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870710" y="2343150"/>
            <a:ext cx="8449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latin typeface="Montserrat ExtraBold" panose="00000900000000000000" charset="0"/>
                <a:cs typeface="Montserrat ExtraBold" panose="00000900000000000000" charset="0"/>
              </a:rPr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55" y="91429"/>
            <a:ext cx="1543427" cy="365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imple Conference Style Presentation by Slidesgo">
  <a:themeElements>
    <a:clrScheme name="Simple Light">
      <a:dk1>
        <a:srgbClr val="424953"/>
      </a:dk1>
      <a:lt1>
        <a:srgbClr val="F4F5F0"/>
      </a:lt1>
      <a:dk2>
        <a:srgbClr val="A2958C"/>
      </a:dk2>
      <a:lt2>
        <a:srgbClr val="D9CCC3"/>
      </a:lt2>
      <a:accent1>
        <a:srgbClr val="E6DFD7"/>
      </a:accent1>
      <a:accent2>
        <a:srgbClr val="8D9BA4"/>
      </a:accent2>
      <a:accent3>
        <a:srgbClr val="C4C9CD"/>
      </a:accent3>
      <a:accent4>
        <a:srgbClr val="DBE0E4"/>
      </a:accent4>
      <a:accent5>
        <a:srgbClr val="FFFFFF"/>
      </a:accent5>
      <a:accent6>
        <a:srgbClr val="FFFFFF"/>
      </a:accent6>
      <a:hlink>
        <a:srgbClr val="424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14689</TotalTime>
  <Words>1655</Words>
  <Application>Microsoft Office PowerPoint</Application>
  <PresentationFormat>Widescreen</PresentationFormat>
  <Paragraphs>267</Paragraphs>
  <Slides>42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60" baseType="lpstr">
      <vt:lpstr>Arial</vt:lpstr>
      <vt:lpstr>Arial Black</vt:lpstr>
      <vt:lpstr>Assistant</vt:lpstr>
      <vt:lpstr>Calibri</vt:lpstr>
      <vt:lpstr>Cambria</vt:lpstr>
      <vt:lpstr>Courier New</vt:lpstr>
      <vt:lpstr>Glory</vt:lpstr>
      <vt:lpstr>굴림</vt:lpstr>
      <vt:lpstr>Montserrat</vt:lpstr>
      <vt:lpstr>Montserrat ExtraBold</vt:lpstr>
      <vt:lpstr>MS Mincho</vt:lpstr>
      <vt:lpstr>Open Sans</vt:lpstr>
      <vt:lpstr>Prata</vt:lpstr>
      <vt:lpstr>Raleway</vt:lpstr>
      <vt:lpstr>Times New Roman</vt:lpstr>
      <vt:lpstr>Wingdings</vt:lpstr>
      <vt:lpstr>Simple Conference Style Presentation by Slidesgo</vt:lpstr>
      <vt:lpstr>Equation</vt:lpstr>
      <vt:lpstr>Neural Networks</vt:lpstr>
      <vt:lpstr>A Neural Network</vt:lpstr>
      <vt:lpstr>Evolution of Neural Networks</vt:lpstr>
      <vt:lpstr>Types of ANNs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Artificial Neural Network</vt:lpstr>
      <vt:lpstr>A perceptron</vt:lpstr>
      <vt:lpstr>PowerPoint Presentation</vt:lpstr>
      <vt:lpstr>PowerPoint Presentation</vt:lpstr>
      <vt:lpstr>Activation Function</vt:lpstr>
      <vt:lpstr>Steps</vt:lpstr>
      <vt:lpstr>Python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Propagate the inputs forward</vt:lpstr>
      <vt:lpstr>Propagate the inputs forward</vt:lpstr>
      <vt:lpstr>Backpropagation Formulas</vt:lpstr>
      <vt:lpstr>Terminating Conditions</vt:lpstr>
      <vt:lpstr>Example of Back propagation </vt:lpstr>
      <vt:lpstr>Example ( cont.. )</vt:lpstr>
      <vt:lpstr>Net Input and Output Calculation</vt:lpstr>
      <vt:lpstr>Calculation of Error at Each Node</vt:lpstr>
      <vt:lpstr>Calculation of weights and Bias Updating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</dc:title>
  <dc:creator>ankit</dc:creator>
  <cp:lastModifiedBy>Murthy</cp:lastModifiedBy>
  <cp:revision>47</cp:revision>
  <dcterms:created xsi:type="dcterms:W3CDTF">2024-07-11T04:32:00Z</dcterms:created>
  <dcterms:modified xsi:type="dcterms:W3CDTF">2025-03-02T13:47:30Z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BF7940A55C174B52AA7F3F5C6F91EB1E_11</vt:lpwstr>
  </property>
  <property fmtid="{D5CDD505-2E9C-101B-9397-08002B2CF9AE}" pid="3" name="KSOProductBuildVer">
    <vt:lpwstr>1033-12.2.0.17119</vt:lpwstr>
  </property>
</Properties>
</file>